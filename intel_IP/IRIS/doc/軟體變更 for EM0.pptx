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CE27E-2476-2434-B125-EB51D2170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9CFB32-93F2-BF58-D9E2-A382884F1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E362FA-B9BA-8BBB-10F4-63DFE0C7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AD5F5D-12D0-4EBC-B046-2F8131B1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7D4F36-2696-324F-FBD8-FA45F6E6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00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C48683-6C04-EEFC-EA4C-E9C8BB8C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D28DA5-6E5E-8E74-2679-16B0DF543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82E09C-14E8-ADFC-4B4E-3C9FBB94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58C661-B897-B360-6E88-826F87B4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9CC80E-9EBF-73CC-B2C7-89FC6C6C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97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5DCD10-B2B8-2AF0-AFF9-A62B80CE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525130-9586-DFB4-3F91-6930579B3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63A887-0AC7-77BF-98EA-DC0C19A3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5279FA-A3E0-28EC-E3B5-811B7751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EE5CD7-EE94-7BEA-9E70-613DE19F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74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E83E3-96FC-5C21-3399-B560F7E0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E5F8BE-12DF-2C46-B959-4C76A780D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4E6348-0C93-B826-9115-38CB684AF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14991E-6B4C-5AAF-5107-2AC22C54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B4337E-0164-2094-B395-9779C4BD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4A01670-AE0E-52D3-125E-32061D83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80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813AB-89A1-146B-D40A-50153885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CA915E-7C4A-EE93-5CA1-D1640A54A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8708C7-0C45-230F-7193-E8D91F853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9CC9C28-0879-DD70-790B-F890F8657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5112C3-DC09-11BC-78D4-84F812183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20A8561-A33C-CDD1-3DE0-082C5499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CE683E2-003A-21C6-2D1A-8F70201E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1952D5-5E77-B646-08BD-CD761BE6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10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FD952-F211-4404-EE9C-E6583F3C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BDC002-DF8E-755C-68DB-4B1C1A0B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9645A0F-D32D-A2F7-D948-0F22B8E2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3DF3DB-C90F-3F0C-C015-ACCF7ECE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98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EACD5D4-81FA-59F2-EAD8-E2B43B76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4945B4-F65F-BE58-1501-7773DED0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341F3-5C51-F3EB-52AE-DF66F300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58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A11D5-1B53-D28D-B93F-92A3EE67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697748-2156-0E60-5498-C5CB73BB9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80310B-184A-6232-784B-1A5F1D38A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127F89-5A83-0C22-2366-EFF1343C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A36E80-0001-B5BD-FE1C-70A93A30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76F65C-DA6B-712D-375C-94092892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42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1C62B-B443-DDF7-A333-D5006404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08FA8CC-F744-9C7F-E3C4-BB4925A41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B1767B-6EC4-1B69-2AE6-66CC48AEC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C59EC9-5B46-CA9E-C234-A9CB49338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0618B1-F78E-6FF1-E1DE-53B28C7C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A20118-EBB8-F550-42E5-09D053C4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91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8C28F1-222A-786D-CD69-09DC1082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38C957E-985A-A602-4C13-3E0A5F44E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B62971-A68D-D971-E4CE-80B50EBD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85D915-5DB6-27DE-B8F2-357C35B7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B73B7-DB1E-742E-3E36-32E7918A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61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C15B68A-CB7F-C883-AEA9-1CCC01B6B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90C176-D368-678E-A39B-E2C8F0610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3236F3-C662-43AC-7B4D-5892FE81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7717D1-2B7B-417E-0499-0F8A6D72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AB3F30-CA50-7563-839C-69B32C35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39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BBCBED9-A7E2-C01F-1B39-84F72C17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73C1EA-0611-A004-E7FC-40BCAE886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F21332-4992-1030-BC5C-91FB21C9C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C4B2A-198F-4115-83E5-3B46A620A620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3F6E51-F067-81C1-3FB8-558FA1EAF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B9CBCC-F42B-2B52-AD2F-C6C29CBB8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324C5-B126-46F3-8A43-99E6B3987C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32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60C38F7-0D2B-5893-A759-9E00B6263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63" y="-88822"/>
            <a:ext cx="6992326" cy="50775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6A5AE3E-4E07-4C70-03A3-D62F39AB69C4}"/>
              </a:ext>
            </a:extLst>
          </p:cNvPr>
          <p:cNvSpPr txBox="1"/>
          <p:nvPr/>
        </p:nvSpPr>
        <p:spPr>
          <a:xfrm>
            <a:off x="286327" y="267855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讓</a:t>
            </a:r>
            <a:r>
              <a:rPr lang="en-US" altLang="zh-TW" dirty="0"/>
              <a:t>CH2</a:t>
            </a:r>
            <a:r>
              <a:rPr lang="zh-TW" altLang="en-US" dirty="0"/>
              <a:t> </a:t>
            </a:r>
            <a:r>
              <a:rPr lang="en-US" altLang="zh-TW" dirty="0"/>
              <a:t>Nap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CB86DC9-6A4F-CBA6-2AE6-37730E55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963" y="5302736"/>
            <a:ext cx="6525536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4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274B-1431-FBBB-23D2-67AA7788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87A563-ECC2-CFC4-901F-F6C5E9E3C330}"/>
              </a:ext>
            </a:extLst>
          </p:cNvPr>
          <p:cNvSpPr txBox="1"/>
          <p:nvPr/>
        </p:nvSpPr>
        <p:spPr>
          <a:xfrm>
            <a:off x="286327" y="267855"/>
            <a:ext cx="1480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關掉</a:t>
            </a:r>
            <a:r>
              <a:rPr lang="en-US" altLang="zh-TW" dirty="0"/>
              <a:t>CLKOUT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6846E3-74B9-CEC6-2019-D38B6BFD6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02" y="452521"/>
            <a:ext cx="6668431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2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11C6-D9D6-EDF1-2192-050C425A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93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A482-0DB7-4610-19A6-528EB2EA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96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5</Words>
  <Application>Microsoft Office PowerPoint</Application>
  <PresentationFormat>寬螢幕</PresentationFormat>
  <Paragraphs>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5</cp:revision>
  <dcterms:created xsi:type="dcterms:W3CDTF">2026-04-29T00:51:05Z</dcterms:created>
  <dcterms:modified xsi:type="dcterms:W3CDTF">2026-04-30T01:17:02Z</dcterms:modified>
</cp:coreProperties>
</file>