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AF39F1-759B-6DE6-3679-1F8ABB8AED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B96B025-61E8-F027-6A26-07F934183B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8D58AB-22D5-BD08-8B8B-E8BE4983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88C7FE-66BC-3F9F-1266-5D2649299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A1FD91-7399-C42C-AC96-46C21F96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3691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81EBE4-9D0C-8888-356B-476606FF5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B0DB48-C05D-2386-BC1B-DE80F2DAD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E71B13A-231A-3250-6B4F-4B8CEFD55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97D11A-BA76-6DA1-27EA-B6C0CF5DC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EE3FD7-B83E-F600-3C4C-EC17ABA1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918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096924-9512-22B6-2916-B2E87B55F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0270774-D89F-4F70-C321-29BAB7C2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9E64299-C246-B6E4-26A6-D3FA9049A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570F29C-911B-1ADC-3600-0895523E1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5B38EE9-76AD-7CC4-3567-40408BDF5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23958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6EB6F5-E831-98EA-E184-32C9C1348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326D7A-6348-3E3A-E0E1-B94CB2B05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70A44C-3595-7C94-313C-2449E2CCF6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39E73D1-9BEF-F8A1-12D4-C320635E4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7A495DB-2931-E48B-1397-ED4DB5965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ABFC90A-D1A1-FA1F-305A-606133EDC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8719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C96149-41CC-9326-F29D-9D95B653A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61DC375-5E4A-B5C3-1A47-47F421A4B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90C9EA5-4A71-C625-AC88-9749FA909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CB9FCEA-2D11-244D-5084-B08467E786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EA5951DA-C463-E5C6-1D59-4B6C8B8DED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3BB58B7-E5B8-E855-4902-2F8B5027B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1A96121-61A1-D134-96F3-CFF870918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FC6B87C-6738-ED08-5A76-CBFB9F1D3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3836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1DC494-17C3-C7DF-DBE4-26BE02D09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522ADBA-68E6-7B2C-6047-16CB14D3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04E5D08-5974-8F17-725B-047D2A55A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BE7B16C-BF9D-0983-98AC-0AD944041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671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7216D694-97AE-439B-7677-BE87F119C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35ECEC9-C37E-FD5B-9739-8079CA1A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406D33-2D90-D3A0-4BD2-743C7F1EA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876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A55C450-B28F-3AAC-02F2-85C6B136C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A10A54-31C8-B9A5-1F91-243E7ADAC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139F63B-A544-8445-9D4C-86582C4F2B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56CF0FA-9BBF-4883-943A-A76291DA3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A749EFF-2470-D3CC-E2D5-B9C87A5CD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0637C43-90DD-2BBE-BA88-CFEE15D0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1271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9B6F91-98C3-36BA-D9D2-D538A6257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1710A11-BCEC-6A46-5317-30F97EC157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7C64CDA-025E-B2B8-61CF-AAEE590397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0870B68-25D2-E654-A30E-43C2DCF96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4F4000-5AE1-994F-2EF0-292F82B8A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D85A44-DB6F-600A-E6E5-A37CFCC0D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89398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A46195-24D4-E2C9-4614-D5E71353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F6ABC23-FFD6-1A05-7911-BBD894174F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FAB681A-DA29-4544-D901-8EA1844C6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7ABDDA2-C52B-A671-F7BC-C82F04B87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B53DF82-E7A3-79D2-77B5-D41CB7DB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4659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EFAD53A-1A4E-4160-E4C2-E11192B23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DF7A66B-B15B-813C-949C-2FB2F4053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BBEE34-C2F2-C598-1F7B-1AEB9FE01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B4337DB-AF1C-780E-CA03-7F159F773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0AA88B0-26D7-DD35-BEF8-CC5F9E423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8654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4BD4DF3-810A-93C6-9E77-1FA540696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5CF9A89-A1E0-9DEF-A269-F97B8E5B7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C7666DA-8C9A-20FD-3F98-CFC1D7B827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7265F6-423D-4142-A604-D1F95CB3D941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378C9AC-1BFB-ECC8-0A1E-F3527B5752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6C8D22-C50B-C37E-519F-84A953919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12B215-8965-4FC0-9B6C-3B64DF81360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8490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0186A8A-6E85-C619-6A24-58AB4F96C45D}"/>
              </a:ext>
            </a:extLst>
          </p:cNvPr>
          <p:cNvSpPr/>
          <p:nvPr/>
        </p:nvSpPr>
        <p:spPr>
          <a:xfrm>
            <a:off x="3278910" y="1357745"/>
            <a:ext cx="1209963" cy="9675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FOG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F6D2D94-EACA-F6D7-CCC1-958021508815}"/>
              </a:ext>
            </a:extLst>
          </p:cNvPr>
          <p:cNvSpPr/>
          <p:nvPr/>
        </p:nvSpPr>
        <p:spPr>
          <a:xfrm>
            <a:off x="8742219" y="3343563"/>
            <a:ext cx="1856509" cy="14131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MCU data hub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BEB4BE-C06C-EC1C-DA8F-4E9AA082294B}"/>
              </a:ext>
            </a:extLst>
          </p:cNvPr>
          <p:cNvSpPr/>
          <p:nvPr/>
        </p:nvSpPr>
        <p:spPr>
          <a:xfrm>
            <a:off x="3241965" y="4050145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GYRO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A03FEE-BE98-0734-98A1-71D9309B4027}"/>
              </a:ext>
            </a:extLst>
          </p:cNvPr>
          <p:cNvSpPr/>
          <p:nvPr/>
        </p:nvSpPr>
        <p:spPr>
          <a:xfrm>
            <a:off x="5966691" y="3026063"/>
            <a:ext cx="1856509" cy="8058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MCU SYNC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A9B482D-FD54-9EA9-DF72-4FF2280979BA}"/>
              </a:ext>
            </a:extLst>
          </p:cNvPr>
          <p:cNvSpPr/>
          <p:nvPr/>
        </p:nvSpPr>
        <p:spPr>
          <a:xfrm>
            <a:off x="3241965" y="5456381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ACCL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EFB36810-8470-410D-F26F-0E6B0C567000}"/>
              </a:ext>
            </a:extLst>
          </p:cNvPr>
          <p:cNvCxnSpPr>
            <a:stCxn id="7" idx="1"/>
            <a:endCxn id="4" idx="3"/>
          </p:cNvCxnSpPr>
          <p:nvPr/>
        </p:nvCxnSpPr>
        <p:spPr>
          <a:xfrm rot="10800000">
            <a:off x="4488873" y="1841500"/>
            <a:ext cx="1477818" cy="15875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接點: 肘形 11">
            <a:extLst>
              <a:ext uri="{FF2B5EF4-FFF2-40B4-BE49-F238E27FC236}">
                <a16:creationId xmlns:a16="http://schemas.microsoft.com/office/drawing/2014/main" id="{02C7DAAF-7B3C-8F46-0554-57176897EF15}"/>
              </a:ext>
            </a:extLst>
          </p:cNvPr>
          <p:cNvCxnSpPr>
            <a:stCxn id="7" idx="1"/>
            <a:endCxn id="6" idx="3"/>
          </p:cNvCxnSpPr>
          <p:nvPr/>
        </p:nvCxnSpPr>
        <p:spPr>
          <a:xfrm rot="10800000" flipV="1">
            <a:off x="4525819" y="3428999"/>
            <a:ext cx="1440872" cy="114530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6C26583-2911-87D6-5A1C-4321617EDE8A}"/>
              </a:ext>
            </a:extLst>
          </p:cNvPr>
          <p:cNvCxnSpPr>
            <a:stCxn id="7" idx="1"/>
            <a:endCxn id="8" idx="3"/>
          </p:cNvCxnSpPr>
          <p:nvPr/>
        </p:nvCxnSpPr>
        <p:spPr>
          <a:xfrm rot="10800000" flipV="1">
            <a:off x="4525819" y="3428999"/>
            <a:ext cx="1440872" cy="255154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0C4D9B2-9187-1DAE-31EF-C0C9D38ACFBD}"/>
              </a:ext>
            </a:extLst>
          </p:cNvPr>
          <p:cNvSpPr txBox="1"/>
          <p:nvPr/>
        </p:nvSpPr>
        <p:spPr>
          <a:xfrm>
            <a:off x="5329382" y="2325254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200 Hz</a:t>
            </a:r>
            <a:endParaRPr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1C974C5-ADDF-0D97-A488-786A164F94DC}"/>
              </a:ext>
            </a:extLst>
          </p:cNvPr>
          <p:cNvSpPr txBox="1"/>
          <p:nvPr/>
        </p:nvSpPr>
        <p:spPr>
          <a:xfrm>
            <a:off x="4448211" y="1455366"/>
            <a:ext cx="1314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BW: 100 Hz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A65AF2B-4BB5-E0C5-5B4F-273ABF61ED39}"/>
              </a:ext>
            </a:extLst>
          </p:cNvPr>
          <p:cNvSpPr txBox="1"/>
          <p:nvPr/>
        </p:nvSpPr>
        <p:spPr>
          <a:xfrm>
            <a:off x="4448211" y="4199265"/>
            <a:ext cx="119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BW: 86 Hz</a:t>
            </a:r>
            <a:endParaRPr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808A3FA-567A-7832-771D-21A5C441DDA9}"/>
              </a:ext>
            </a:extLst>
          </p:cNvPr>
          <p:cNvSpPr txBox="1"/>
          <p:nvPr/>
        </p:nvSpPr>
        <p:spPr>
          <a:xfrm>
            <a:off x="4509926" y="5534951"/>
            <a:ext cx="1379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BW: 41.6 Hz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67118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60F3D-0CFF-6450-2E5C-54B3E096B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6EF7A11-359B-F5FF-B3BC-010BA4BB4677}"/>
              </a:ext>
            </a:extLst>
          </p:cNvPr>
          <p:cNvSpPr/>
          <p:nvPr/>
        </p:nvSpPr>
        <p:spPr>
          <a:xfrm>
            <a:off x="1478685" y="1000702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GYRO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EE5EC1-EABA-DFC1-635F-0A0994D72947}"/>
              </a:ext>
            </a:extLst>
          </p:cNvPr>
          <p:cNvSpPr/>
          <p:nvPr/>
        </p:nvSpPr>
        <p:spPr>
          <a:xfrm>
            <a:off x="2762539" y="1000702"/>
            <a:ext cx="709324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LPF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5CF117-94A0-A1FE-8242-ADAA7081DB33}"/>
              </a:ext>
            </a:extLst>
          </p:cNvPr>
          <p:cNvSpPr/>
          <p:nvPr/>
        </p:nvSpPr>
        <p:spPr>
          <a:xfrm>
            <a:off x="1478685" y="2418022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MEMS</a:t>
            </a:r>
            <a:r>
              <a:rPr lang="zh-TW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zh-TW" dirty="0">
                <a:solidFill>
                  <a:sysClr val="windowText" lastClr="000000"/>
                </a:solidFill>
              </a:rPr>
              <a:t>ACCL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0E0B25-D072-20BB-3A3D-4FAC4CC96E4D}"/>
              </a:ext>
            </a:extLst>
          </p:cNvPr>
          <p:cNvSpPr/>
          <p:nvPr/>
        </p:nvSpPr>
        <p:spPr>
          <a:xfrm>
            <a:off x="2762539" y="2418022"/>
            <a:ext cx="709324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LPF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8493A0-751E-0628-9D84-FF5A908DB0E4}"/>
              </a:ext>
            </a:extLst>
          </p:cNvPr>
          <p:cNvSpPr/>
          <p:nvPr/>
        </p:nvSpPr>
        <p:spPr>
          <a:xfrm>
            <a:off x="1478685" y="4621818"/>
            <a:ext cx="1283854" cy="104832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ysClr val="windowText" lastClr="000000"/>
                </a:solidFill>
              </a:rPr>
              <a:t>FOG</a:t>
            </a:r>
            <a:endParaRPr lang="zh-TW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AF0717-8194-BFD8-0790-9C77BB995672}"/>
              </a:ext>
            </a:extLst>
          </p:cNvPr>
          <p:cNvSpPr/>
          <p:nvPr/>
        </p:nvSpPr>
        <p:spPr>
          <a:xfrm>
            <a:off x="2762539" y="4621818"/>
            <a:ext cx="709324" cy="10344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LPF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73059B3-77F4-3C6D-8959-62009412AA21}"/>
              </a:ext>
            </a:extLst>
          </p:cNvPr>
          <p:cNvSpPr/>
          <p:nvPr/>
        </p:nvSpPr>
        <p:spPr>
          <a:xfrm>
            <a:off x="5143789" y="2418021"/>
            <a:ext cx="1380836" cy="15729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SYNC</a:t>
            </a:r>
            <a:endParaRPr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D4B281C1-D253-2133-7766-3476738B0489}"/>
              </a:ext>
            </a:extLst>
          </p:cNvPr>
          <p:cNvCxnSpPr>
            <a:stCxn id="8" idx="1"/>
            <a:endCxn id="2" idx="0"/>
          </p:cNvCxnSpPr>
          <p:nvPr/>
        </p:nvCxnSpPr>
        <p:spPr>
          <a:xfrm rot="10800000">
            <a:off x="2120613" y="1000702"/>
            <a:ext cx="3023177" cy="2203796"/>
          </a:xfrm>
          <a:prstGeom prst="bentConnector4">
            <a:avLst>
              <a:gd name="adj1" fmla="val 39383"/>
              <a:gd name="adj2" fmla="val 11037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接點: 肘形 11">
            <a:extLst>
              <a:ext uri="{FF2B5EF4-FFF2-40B4-BE49-F238E27FC236}">
                <a16:creationId xmlns:a16="http://schemas.microsoft.com/office/drawing/2014/main" id="{4A2FCEB2-3991-1455-FDE6-47B56DC06192}"/>
              </a:ext>
            </a:extLst>
          </p:cNvPr>
          <p:cNvCxnSpPr>
            <a:stCxn id="8" idx="1"/>
            <a:endCxn id="4" idx="2"/>
          </p:cNvCxnSpPr>
          <p:nvPr/>
        </p:nvCxnSpPr>
        <p:spPr>
          <a:xfrm rot="10800000" flipV="1">
            <a:off x="2120613" y="3204498"/>
            <a:ext cx="3023177" cy="261852"/>
          </a:xfrm>
          <a:prstGeom prst="bentConnector4">
            <a:avLst>
              <a:gd name="adj1" fmla="val 39383"/>
              <a:gd name="adj2" fmla="val 38765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2EA8C981-2B62-FD35-A466-9168B8DAB4DA}"/>
              </a:ext>
            </a:extLst>
          </p:cNvPr>
          <p:cNvCxnSpPr>
            <a:stCxn id="8" idx="1"/>
            <a:endCxn id="6" idx="2"/>
          </p:cNvCxnSpPr>
          <p:nvPr/>
        </p:nvCxnSpPr>
        <p:spPr>
          <a:xfrm rot="10800000" flipV="1">
            <a:off x="2120613" y="3204498"/>
            <a:ext cx="3023177" cy="2465648"/>
          </a:xfrm>
          <a:prstGeom prst="bentConnector4">
            <a:avLst>
              <a:gd name="adj1" fmla="val 39383"/>
              <a:gd name="adj2" fmla="val 1092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1A6BF2C-0D72-B486-0DD9-91F66837F5E1}"/>
              </a:ext>
            </a:extLst>
          </p:cNvPr>
          <p:cNvSpPr txBox="1"/>
          <p:nvPr/>
        </p:nvSpPr>
        <p:spPr>
          <a:xfrm>
            <a:off x="4176858" y="1402699"/>
            <a:ext cx="3314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 </a:t>
            </a:r>
            <a:r>
              <a:rPr lang="en-US" altLang="zh-TW" dirty="0"/>
              <a:t>Sensor LPF</a:t>
            </a:r>
            <a:r>
              <a:rPr lang="zh-TW" altLang="en-US" dirty="0"/>
              <a:t>後的</a:t>
            </a:r>
            <a:r>
              <a:rPr lang="en-US" altLang="zh-TW" dirty="0"/>
              <a:t>BW</a:t>
            </a:r>
            <a:r>
              <a:rPr lang="zh-TW" altLang="en-US" dirty="0"/>
              <a:t> 需 </a:t>
            </a:r>
            <a:r>
              <a:rPr lang="en-US" altLang="zh-TW" dirty="0"/>
              <a:t>&lt;= (SYNC </a:t>
            </a:r>
            <a:r>
              <a:rPr lang="en-US" altLang="zh-TW" dirty="0" err="1"/>
              <a:t>freq</a:t>
            </a:r>
            <a:r>
              <a:rPr lang="en-US" altLang="zh-TW" dirty="0"/>
              <a:t>)/2</a:t>
            </a:r>
            <a:endParaRPr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B83D70C-2937-498D-6C82-B106B0DED6D4}"/>
              </a:ext>
            </a:extLst>
          </p:cNvPr>
          <p:cNvSpPr/>
          <p:nvPr/>
        </p:nvSpPr>
        <p:spPr>
          <a:xfrm>
            <a:off x="9640744" y="2656810"/>
            <a:ext cx="1380836" cy="15729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MIC </a:t>
            </a:r>
            <a:r>
              <a:rPr lang="zh-TW" altLang="en-US" dirty="0">
                <a:solidFill>
                  <a:schemeClr val="tx1"/>
                </a:solidFill>
              </a:rPr>
              <a:t>可再對各 </a:t>
            </a:r>
            <a:r>
              <a:rPr lang="en-US" altLang="zh-TW" dirty="0">
                <a:solidFill>
                  <a:schemeClr val="tx1"/>
                </a:solidFill>
              </a:rPr>
              <a:t>sensor</a:t>
            </a:r>
            <a:r>
              <a:rPr lang="zh-TW" altLang="en-US" dirty="0">
                <a:solidFill>
                  <a:schemeClr val="tx1"/>
                </a:solidFill>
              </a:rPr>
              <a:t> 單獨一階 </a:t>
            </a:r>
            <a:r>
              <a:rPr lang="en-US" altLang="zh-TW" dirty="0">
                <a:solidFill>
                  <a:schemeClr val="tx1"/>
                </a:solidFill>
              </a:rPr>
              <a:t>LPF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F198696-8C6F-BAA0-9825-85EA311C3385}"/>
              </a:ext>
            </a:extLst>
          </p:cNvPr>
          <p:cNvSpPr/>
          <p:nvPr/>
        </p:nvSpPr>
        <p:spPr>
          <a:xfrm>
            <a:off x="523875" y="314325"/>
            <a:ext cx="7753350" cy="62579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CBF4DEE-7D55-973B-0CF0-7AE499907466}"/>
              </a:ext>
            </a:extLst>
          </p:cNvPr>
          <p:cNvSpPr txBox="1"/>
          <p:nvPr/>
        </p:nvSpPr>
        <p:spPr>
          <a:xfrm>
            <a:off x="7343775" y="412980"/>
            <a:ext cx="735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FPGA</a:t>
            </a:r>
            <a:endParaRPr lang="zh-TW" altLang="en-US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86DAC774-4B84-5E45-A08A-ACF0E6055A75}"/>
              </a:ext>
            </a:extLst>
          </p:cNvPr>
          <p:cNvCxnSpPr>
            <a:stCxn id="20" idx="3"/>
            <a:endCxn id="17" idx="1"/>
          </p:cNvCxnSpPr>
          <p:nvPr/>
        </p:nvCxnSpPr>
        <p:spPr>
          <a:xfrm flipV="1">
            <a:off x="8277225" y="3443287"/>
            <a:ext cx="13635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87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58</Words>
  <Application>Microsoft Office PowerPoint</Application>
  <PresentationFormat>寬螢幕</PresentationFormat>
  <Paragraphs>19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佈景主題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Shiau</dc:creator>
  <cp:lastModifiedBy>Adam Shiau</cp:lastModifiedBy>
  <cp:revision>9</cp:revision>
  <dcterms:created xsi:type="dcterms:W3CDTF">2026-03-15T11:03:18Z</dcterms:created>
  <dcterms:modified xsi:type="dcterms:W3CDTF">2026-03-15T15:39:39Z</dcterms:modified>
</cp:coreProperties>
</file>