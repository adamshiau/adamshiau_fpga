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431798-3BF1-B98F-C81D-8A2FBABB0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9FF877-96D0-74D6-1903-0321077523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80D0E8F-842A-CC0F-CBE1-DC4C468B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838705-6BFD-666F-B9C4-8C59FDDA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DB40A6-FBCD-6BF0-73D7-D5B53D522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5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E3C687-E3D4-7D2C-0314-BB1387108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648675-F70F-A51D-1749-ED4DBC7E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96D4E0-2FB9-3DF1-D20C-5A84CDC5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2686B8-A268-1906-54A1-BD3CC421F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4F2249-92B2-7089-D627-7DD734756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3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5AAC24-E65C-F2EC-92DB-2C19A0BD8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C054953-3224-4890-5AEB-BCA940049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4AFFBF-3C77-7E5E-E97F-2E33A3BEE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C75E9AE-6D63-1DA9-A981-807B1464E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10040D5-69FE-3D93-DA8A-892AFB0F2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22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C84BDA-1BA5-1809-7077-9074CE07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6BE42C-683F-532C-2FCB-3DFB0F496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EC1229F-0DE7-258A-3088-D3C5EA0B46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D29D08A-7683-05D3-0308-73B0C349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3AA507F-99A0-64DD-8C26-2881A65BD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BA1AA66-7840-B3D2-470C-9C494BBF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047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7C0836-9758-1BCB-DA32-9A8779EE8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4E2231-2D88-DA9C-5CFF-CED15015D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ACA58E-A033-EDE5-2227-94FDEC003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70DBC7D-26E5-B745-792E-283FC1AAF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7DAF9DC-EF43-CF8B-96DD-41FF9E1355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A9640DD-E7F6-34A7-98F1-035487C90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8149B9C-B807-4566-21F5-9B2EDAF8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7A13768-AB31-F21E-A0D9-82EE95655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24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C2E3B8-2612-6DF6-735A-0000233F0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05FA0DE-DEDD-9F9B-3723-0574D4617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11AB309-95A7-BD38-5D14-A8DA4D23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8C05FEB-B92A-2EC6-2200-EB4D722A0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79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2DCCF49-FA0D-5752-AD41-D9CAF5E65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877457C-C92A-2E53-25C3-058EF585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780F0E-D46A-45D7-F329-9B3C04085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2847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D8CB7C-CC14-ECD5-CDF4-EF0EC8714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C202BE-E76F-2BDB-5ACC-3290C9FE4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5943F7A-2584-41DC-4AEE-DD894C56C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2097958-324A-70A2-1C4C-0C63AED32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7FCDF1-5588-EB71-10A2-6675C0E30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370794F-529F-31F3-779E-C6BE34F96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1687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B7F6E7-606A-02AD-2E28-D6D135328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C8B0157-EA2C-41FE-E289-C59018AF10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6FC1ECF-1ADE-ED02-4FB3-2185814D9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6E60A35-1796-3A2F-0B71-2B8945021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2DC90AF-B11D-73CB-D8DD-6A4115DED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6200527-6AFD-1B69-DE2D-FD86E31A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668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866E0F-FA65-E4B6-64BE-E18F72EE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609765D-B330-1424-C6AF-5637CD776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7C7D9C-681F-0ABE-32FD-ACDB1BC2C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96A8633-5734-83A4-A2A2-79A634254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57023B-D3DE-6070-358F-2011DFAE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4722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C4A8179-618A-F37C-82BB-518F7537F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44A2592-FD8F-3F76-8768-923987BB9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8ACD64-6DB5-FE9E-B902-B78EF551D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1C7084F-CC00-0F41-3376-C3C0BDB98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EE936E-2CEE-34DE-3653-2506E2A2C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2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BEB980D-620C-EE7C-25ED-4E6F95491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2D1B35-9D95-F06B-C364-80C88C21D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0AB4D3-5476-32D3-19F3-D0723E037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44AA08-D180-47BE-8E93-D30C5AE15A07}" type="datetimeFigureOut">
              <a:rPr lang="zh-TW" altLang="en-US" smtClean="0"/>
              <a:t>2025/11/25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E3B91F-B2FD-F622-7C18-B5775AAF01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125BEC3-31D9-B2B2-9181-84B95D9D46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F4036-241D-4E12-8376-45046CC32E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481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81D552-C44D-C0EE-7BB2-302EBE6ED3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157B7CF-5E9D-B8EA-16CB-95E75C1572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752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13B0A-97C9-D15B-8700-9CA1B007F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9518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E7AD9-E5AD-095D-02C5-2F74C98D8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133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寬螢幕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Adam Shiau</cp:lastModifiedBy>
  <cp:revision>1</cp:revision>
  <dcterms:created xsi:type="dcterms:W3CDTF">2025-11-25T10:04:20Z</dcterms:created>
  <dcterms:modified xsi:type="dcterms:W3CDTF">2025-11-25T10:05:46Z</dcterms:modified>
</cp:coreProperties>
</file>