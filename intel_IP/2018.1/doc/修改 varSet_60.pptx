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</p:sldIdLst>
  <p:sldSz cx="12192000" cy="6858000"/>
  <p:notesSz cx="6858000" cy="9144000"/>
  <p:defaultTextStyle>
    <a:defPPr>
      <a:defRPr lang="zh-TW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>
      <p:cViewPr varScale="1">
        <p:scale>
          <a:sx n="104" d="100"/>
          <a:sy n="104" d="100"/>
        </p:scale>
        <p:origin x="834" y="15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7" Type="http://schemas.openxmlformats.org/officeDocument/2006/relationships/slide" Target="slides/slide6.xml"/><Relationship Id="rId12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theme" Target="theme/theme1.xml"/><Relationship Id="rId5" Type="http://schemas.openxmlformats.org/officeDocument/2006/relationships/slide" Target="slides/slide4.xml"/><Relationship Id="rId10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presProps" Target="presProps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標題投影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F62E3C0E-324F-9E95-6B0E-E7FDC683067B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副標題 2">
            <a:extLst>
              <a:ext uri="{FF2B5EF4-FFF2-40B4-BE49-F238E27FC236}">
                <a16:creationId xmlns:a16="http://schemas.microsoft.com/office/drawing/2014/main" id="{634FCC4E-F34F-8B28-ABF7-0BCB7333F0E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zh-TW" altLang="en-US"/>
              <a:t>按一下以編輯母片子標題樣式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7842F71-C47B-10C4-C9EC-8114B552898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D778A54B-903C-14AC-D5FA-75174C1448F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FF4A141-FA58-E556-0F8E-A54616CE1C1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34644231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標題及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32AFEBA2-8AF4-89B9-A421-87DBB268E054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E34653D4-8E7F-0AB2-1300-3FC52E56029A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03AFD89-989B-6354-EA54-465FAC446C6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F1B44CBB-AADC-0701-A41E-385C7F691640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07C567ED-C2F3-729A-7D28-1F3867B0704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361565766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章節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6098F141-8928-1BC0-E294-BC4C0F6F06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1550CCC9-2CBF-3025-E4F8-C9AB1E5813ED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184ACFB8-F880-9A48-456C-38B43A3D78B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6EBFC514-63EE-A0D1-07AC-A9BF9D285A8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CFA09A5-925F-1F94-9312-F45CD9249C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49079984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兩個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9A16A402-8F57-F880-FA10-8B3EA0152A5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8FFCB24C-E95A-E5B7-1821-C4B019E3DED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F6222BE1-B91F-E67C-70A5-BC94590EF662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4131E430-7833-6D61-3889-FB59A8694BD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BC3DD6B-41A8-6545-517D-B3945D9D329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6DD1BF15-0EAA-B592-66E0-F234C87BF64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51254121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46140C2E-2343-F938-ADE6-B8074288510E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B769A450-6811-E670-A283-613D569F0C44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4" name="內容版面配置區 3">
            <a:extLst>
              <a:ext uri="{FF2B5EF4-FFF2-40B4-BE49-F238E27FC236}">
                <a16:creationId xmlns:a16="http://schemas.microsoft.com/office/drawing/2014/main" id="{430B990C-51A1-2F20-86FA-4285CFE17D3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5" name="文字版面配置區 4">
            <a:extLst>
              <a:ext uri="{FF2B5EF4-FFF2-40B4-BE49-F238E27FC236}">
                <a16:creationId xmlns:a16="http://schemas.microsoft.com/office/drawing/2014/main" id="{1D6F6B80-11CB-E43F-AFFA-E56DC4A9BAA1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6" name="內容版面配置區 5">
            <a:extLst>
              <a:ext uri="{FF2B5EF4-FFF2-40B4-BE49-F238E27FC236}">
                <a16:creationId xmlns:a16="http://schemas.microsoft.com/office/drawing/2014/main" id="{879A5E5C-DF45-5F5A-5DCE-8441ED5BC5B9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7" name="日期版面配置區 6">
            <a:extLst>
              <a:ext uri="{FF2B5EF4-FFF2-40B4-BE49-F238E27FC236}">
                <a16:creationId xmlns:a16="http://schemas.microsoft.com/office/drawing/2014/main" id="{21424503-125A-0BB2-1F4B-4F5A9BBA683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8" name="頁尾版面配置區 7">
            <a:extLst>
              <a:ext uri="{FF2B5EF4-FFF2-40B4-BE49-F238E27FC236}">
                <a16:creationId xmlns:a16="http://schemas.microsoft.com/office/drawing/2014/main" id="{8C978649-EC79-0427-B9C1-26EF63D8A7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9" name="投影片編號版面配置區 8">
            <a:extLst>
              <a:ext uri="{FF2B5EF4-FFF2-40B4-BE49-F238E27FC236}">
                <a16:creationId xmlns:a16="http://schemas.microsoft.com/office/drawing/2014/main" id="{C0A6A320-D6B6-C025-88D2-B6F19922138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321706358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只有標題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20A742AA-2FBC-E591-B3C9-CEDAEE5ACE2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日期版面配置區 2">
            <a:extLst>
              <a:ext uri="{FF2B5EF4-FFF2-40B4-BE49-F238E27FC236}">
                <a16:creationId xmlns:a16="http://schemas.microsoft.com/office/drawing/2014/main" id="{3E3C2126-E50E-4B70-9A16-0DA633BAFD0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4" name="頁尾版面配置區 3">
            <a:extLst>
              <a:ext uri="{FF2B5EF4-FFF2-40B4-BE49-F238E27FC236}">
                <a16:creationId xmlns:a16="http://schemas.microsoft.com/office/drawing/2014/main" id="{5C9D7B9B-566F-00F8-6FF6-B7A1D5A0805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5" name="投影片編號版面配置區 4">
            <a:extLst>
              <a:ext uri="{FF2B5EF4-FFF2-40B4-BE49-F238E27FC236}">
                <a16:creationId xmlns:a16="http://schemas.microsoft.com/office/drawing/2014/main" id="{98E5789F-C7FC-3208-0B06-A003EB3737D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09814502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空白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期版面配置區 1">
            <a:extLst>
              <a:ext uri="{FF2B5EF4-FFF2-40B4-BE49-F238E27FC236}">
                <a16:creationId xmlns:a16="http://schemas.microsoft.com/office/drawing/2014/main" id="{01B7A48D-A107-E307-DCE2-6271575CF3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3" name="頁尾版面配置區 2">
            <a:extLst>
              <a:ext uri="{FF2B5EF4-FFF2-40B4-BE49-F238E27FC236}">
                <a16:creationId xmlns:a16="http://schemas.microsoft.com/office/drawing/2014/main" id="{ACBE3DD2-B462-7B7C-469C-27463494F79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4" name="投影片編號版面配置區 3">
            <a:extLst>
              <a:ext uri="{FF2B5EF4-FFF2-40B4-BE49-F238E27FC236}">
                <a16:creationId xmlns:a16="http://schemas.microsoft.com/office/drawing/2014/main" id="{D220AECF-9278-E4CE-397D-A8838E5BF7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060370423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含輔助字幕的內容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060DD686-125E-A6F4-0CA6-AA577ABD8E2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內容版面配置區 2">
            <a:extLst>
              <a:ext uri="{FF2B5EF4-FFF2-40B4-BE49-F238E27FC236}">
                <a16:creationId xmlns:a16="http://schemas.microsoft.com/office/drawing/2014/main" id="{B3D1BF76-A0DB-E1DD-8BAD-868F24371076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A722E309-A4F7-402F-8496-351105A9D278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3C068F6F-6A9E-FFD1-95E2-B3A8E1ED576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142C2893-70C8-E743-3EA0-F51A8A37088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1844FA91-180E-388D-B9E9-4018F59B422D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23818319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含輔助字幕的圖片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BB6A9C0B-BCE8-AB6C-7159-0C5D63C1D2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圖片版面配置區 2">
            <a:extLst>
              <a:ext uri="{FF2B5EF4-FFF2-40B4-BE49-F238E27FC236}">
                <a16:creationId xmlns:a16="http://schemas.microsoft.com/office/drawing/2014/main" id="{5DA90F3A-1AF8-B4CF-AB35-E7295E86BE50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zh-TW" altLang="en-US"/>
          </a:p>
        </p:txBody>
      </p:sp>
      <p:sp>
        <p:nvSpPr>
          <p:cNvPr id="4" name="文字版面配置區 3">
            <a:extLst>
              <a:ext uri="{FF2B5EF4-FFF2-40B4-BE49-F238E27FC236}">
                <a16:creationId xmlns:a16="http://schemas.microsoft.com/office/drawing/2014/main" id="{88BBBC2F-1208-FC56-A169-E65EFDF967C1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zh-TW" altLang="en-US"/>
              <a:t>按一下以編輯母片文字樣式</a:t>
            </a:r>
          </a:p>
        </p:txBody>
      </p:sp>
      <p:sp>
        <p:nvSpPr>
          <p:cNvPr id="5" name="日期版面配置區 4">
            <a:extLst>
              <a:ext uri="{FF2B5EF4-FFF2-40B4-BE49-F238E27FC236}">
                <a16:creationId xmlns:a16="http://schemas.microsoft.com/office/drawing/2014/main" id="{C38A2323-99B8-3690-9402-112A5D4ED01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6" name="頁尾版面配置區 5">
            <a:extLst>
              <a:ext uri="{FF2B5EF4-FFF2-40B4-BE49-F238E27FC236}">
                <a16:creationId xmlns:a16="http://schemas.microsoft.com/office/drawing/2014/main" id="{F49131AE-27CA-4986-62EE-2E251AC982B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7" name="投影片編號版面配置區 6">
            <a:extLst>
              <a:ext uri="{FF2B5EF4-FFF2-40B4-BE49-F238E27FC236}">
                <a16:creationId xmlns:a16="http://schemas.microsoft.com/office/drawing/2014/main" id="{457922CC-0E18-95F6-E294-1C1302F9EE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1945848787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標題及直排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 1">
            <a:extLst>
              <a:ext uri="{FF2B5EF4-FFF2-40B4-BE49-F238E27FC236}">
                <a16:creationId xmlns:a16="http://schemas.microsoft.com/office/drawing/2014/main" id="{84233A91-A17E-7A7B-47F5-8B213AE447A7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BA895615-A09A-C27F-4042-295DEF974DCA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FBE804B7-BE00-E8CF-B2B5-BBFE24DE3C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54A2247C-EBE4-3775-DAA8-CD85EA08329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12B0EE2D-B3C3-AB31-B885-7102656497A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684024636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直排標題及文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直排標題 1">
            <a:extLst>
              <a:ext uri="{FF2B5EF4-FFF2-40B4-BE49-F238E27FC236}">
                <a16:creationId xmlns:a16="http://schemas.microsoft.com/office/drawing/2014/main" id="{9847A186-0496-3091-3EE2-69F15B48E9F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直排文字版面配置區 2">
            <a:extLst>
              <a:ext uri="{FF2B5EF4-FFF2-40B4-BE49-F238E27FC236}">
                <a16:creationId xmlns:a16="http://schemas.microsoft.com/office/drawing/2014/main" id="{7904080A-7D28-4499-4094-AD8B99FE791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850B9E14-792E-D628-E897-B90D939ECE1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120317FD-B2FD-5000-46E6-F2950F5AA6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D3A97874-4B64-C225-D282-322B2695F5C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2516156353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標題版面配置區 1">
            <a:extLst>
              <a:ext uri="{FF2B5EF4-FFF2-40B4-BE49-F238E27FC236}">
                <a16:creationId xmlns:a16="http://schemas.microsoft.com/office/drawing/2014/main" id="{2722E6BA-5CC7-C9BC-FAF9-BA3474D5C5F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zh-TW" altLang="en-US"/>
              <a:t>按一下以編輯母片標題樣式</a:t>
            </a:r>
          </a:p>
        </p:txBody>
      </p:sp>
      <p:sp>
        <p:nvSpPr>
          <p:cNvPr id="3" name="文字版面配置區 2">
            <a:extLst>
              <a:ext uri="{FF2B5EF4-FFF2-40B4-BE49-F238E27FC236}">
                <a16:creationId xmlns:a16="http://schemas.microsoft.com/office/drawing/2014/main" id="{31F2C6C7-3495-5B2A-E353-3E4E9C28460F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zh-TW" altLang="en-US"/>
              <a:t>按一下以編輯母片文字樣式</a:t>
            </a:r>
          </a:p>
          <a:p>
            <a:pPr lvl="1"/>
            <a:r>
              <a:rPr lang="zh-TW" altLang="en-US"/>
              <a:t>第二層</a:t>
            </a:r>
          </a:p>
          <a:p>
            <a:pPr lvl="2"/>
            <a:r>
              <a:rPr lang="zh-TW" altLang="en-US"/>
              <a:t>第三層</a:t>
            </a:r>
          </a:p>
          <a:p>
            <a:pPr lvl="3"/>
            <a:r>
              <a:rPr lang="zh-TW" altLang="en-US"/>
              <a:t>第四層</a:t>
            </a:r>
          </a:p>
          <a:p>
            <a:pPr lvl="4"/>
            <a:r>
              <a:rPr lang="zh-TW" altLang="en-US"/>
              <a:t>第五層</a:t>
            </a:r>
          </a:p>
        </p:txBody>
      </p:sp>
      <p:sp>
        <p:nvSpPr>
          <p:cNvPr id="4" name="日期版面配置區 3">
            <a:extLst>
              <a:ext uri="{FF2B5EF4-FFF2-40B4-BE49-F238E27FC236}">
                <a16:creationId xmlns:a16="http://schemas.microsoft.com/office/drawing/2014/main" id="{C4240461-908C-5EAE-7C02-BEEB55258EB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D44FC65C-184E-451A-BD44-21FB5EAC6C96}" type="datetimeFigureOut">
              <a:rPr lang="zh-TW" altLang="en-US" smtClean="0"/>
              <a:t>2026/2/4</a:t>
            </a:fld>
            <a:endParaRPr lang="zh-TW" altLang="en-US"/>
          </a:p>
        </p:txBody>
      </p:sp>
      <p:sp>
        <p:nvSpPr>
          <p:cNvPr id="5" name="頁尾版面配置區 4">
            <a:extLst>
              <a:ext uri="{FF2B5EF4-FFF2-40B4-BE49-F238E27FC236}">
                <a16:creationId xmlns:a16="http://schemas.microsoft.com/office/drawing/2014/main" id="{7E85DF39-3194-4C30-E0D1-47AD312E6675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zh-TW" altLang="en-US"/>
          </a:p>
        </p:txBody>
      </p:sp>
      <p:sp>
        <p:nvSpPr>
          <p:cNvPr id="6" name="投影片編號版面配置區 5">
            <a:extLst>
              <a:ext uri="{FF2B5EF4-FFF2-40B4-BE49-F238E27FC236}">
                <a16:creationId xmlns:a16="http://schemas.microsoft.com/office/drawing/2014/main" id="{3C9F360D-9A67-40A6-63D8-D885D253F1B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19EF76E8-3E0E-4DE5-81CC-D9771542925F}" type="slidenum">
              <a:rPr lang="zh-TW" altLang="en-US" smtClean="0"/>
              <a:t>‹#›</a:t>
            </a:fld>
            <a:endParaRPr lang="zh-TW" altLang="en-US"/>
          </a:p>
        </p:txBody>
      </p:sp>
    </p:spTree>
    <p:extLst>
      <p:ext uri="{BB962C8B-B14F-4D97-AF65-F5344CB8AC3E}">
        <p14:creationId xmlns:p14="http://schemas.microsoft.com/office/powerpoint/2010/main" val="4267125425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zh-TW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文字方塊 3">
            <a:extLst>
              <a:ext uri="{FF2B5EF4-FFF2-40B4-BE49-F238E27FC236}">
                <a16:creationId xmlns:a16="http://schemas.microsoft.com/office/drawing/2014/main" id="{A2B30A5E-B515-9A47-BE01-D14732D9509F}"/>
              </a:ext>
            </a:extLst>
          </p:cNvPr>
          <p:cNvSpPr txBox="1"/>
          <p:nvPr/>
        </p:nvSpPr>
        <p:spPr>
          <a:xfrm>
            <a:off x="665018" y="323273"/>
            <a:ext cx="9732536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zh-TW" altLang="en-US" dirty="0"/>
              <a:t>目的</a:t>
            </a:r>
            <a:r>
              <a:rPr lang="en-US" altLang="zh-TW" dirty="0"/>
              <a:t>:</a:t>
            </a:r>
          </a:p>
          <a:p>
            <a:r>
              <a:rPr lang="zh-TW" altLang="en-US" dirty="0"/>
              <a:t>新增 </a:t>
            </a:r>
            <a:r>
              <a:rPr lang="en-US" altLang="zh-TW" dirty="0" err="1"/>
              <a:t>o_latch_trigger</a:t>
            </a:r>
            <a:r>
              <a:rPr lang="en-US" altLang="zh-TW" dirty="0"/>
              <a:t> </a:t>
            </a:r>
            <a:r>
              <a:rPr lang="zh-TW" altLang="en-US" dirty="0"/>
              <a:t> 輸出 </a:t>
            </a:r>
            <a:r>
              <a:rPr lang="en-US" altLang="zh-TW" dirty="0"/>
              <a:t>port</a:t>
            </a:r>
            <a:r>
              <a:rPr lang="zh-TW" altLang="en-US" dirty="0"/>
              <a:t>，讓 </a:t>
            </a:r>
            <a:r>
              <a:rPr lang="en-US" altLang="zh-TW" dirty="0"/>
              <a:t>nios2 </a:t>
            </a:r>
            <a:r>
              <a:rPr lang="zh-TW" altLang="en-US" dirty="0"/>
              <a:t>在讀取該 </a:t>
            </a:r>
            <a:r>
              <a:rPr lang="en-US" altLang="zh-TW" dirty="0"/>
              <a:t>reg </a:t>
            </a:r>
            <a:r>
              <a:rPr lang="zh-TW" altLang="en-US" dirty="0"/>
              <a:t>時有一個 </a:t>
            </a:r>
            <a:r>
              <a:rPr lang="en-US" altLang="zh-TW" dirty="0"/>
              <a:t>trigger </a:t>
            </a:r>
            <a:r>
              <a:rPr lang="zh-TW" altLang="en-US" dirty="0"/>
              <a:t>訊號可以給 </a:t>
            </a:r>
            <a:r>
              <a:rPr lang="en-US" altLang="zh-TW" dirty="0"/>
              <a:t>.</a:t>
            </a:r>
            <a:r>
              <a:rPr lang="en-US" altLang="zh-TW" dirty="0" err="1"/>
              <a:t>sv</a:t>
            </a:r>
            <a:r>
              <a:rPr lang="en-US" altLang="zh-TW" dirty="0"/>
              <a:t> </a:t>
            </a:r>
            <a:r>
              <a:rPr lang="zh-TW" altLang="en-US" dirty="0"/>
              <a:t>模組使用 </a:t>
            </a:r>
          </a:p>
        </p:txBody>
      </p:sp>
      <p:pic>
        <p:nvPicPr>
          <p:cNvPr id="6" name="圖片 5">
            <a:extLst>
              <a:ext uri="{FF2B5EF4-FFF2-40B4-BE49-F238E27FC236}">
                <a16:creationId xmlns:a16="http://schemas.microsoft.com/office/drawing/2014/main" id="{B988D80B-6120-F05D-6FB6-02FC58BDF06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665018" y="4326001"/>
            <a:ext cx="10593278" cy="114316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126291977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3D5D3C2-F518-0EF5-520A-E60E2ABB3C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字型, 螢幕擷取畫面, 代數 的圖片&#10;&#10;AI 產生的內容可能不正確。">
            <a:extLst>
              <a:ext uri="{FF2B5EF4-FFF2-40B4-BE49-F238E27FC236}">
                <a16:creationId xmlns:a16="http://schemas.microsoft.com/office/drawing/2014/main" id="{AC0135E5-9DB4-A9AA-23D9-C9E2A289FBA3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563126" y="1914313"/>
            <a:ext cx="8049748" cy="302937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90605499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D751CC6-2BC1-80F0-3D62-25AC248B8E1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螢幕擷取畫面, 字型 的圖片&#10;&#10;AI 產生的內容可能不正確。">
            <a:extLst>
              <a:ext uri="{FF2B5EF4-FFF2-40B4-BE49-F238E27FC236}">
                <a16:creationId xmlns:a16="http://schemas.microsoft.com/office/drawing/2014/main" id="{7F2F47E9-5CD4-6AD4-F95E-993DE063F806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9837" y="2333472"/>
            <a:ext cx="6992326" cy="2191056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58D56015-ABC8-FBB7-6D1C-7AE063E9D99E}"/>
              </a:ext>
            </a:extLst>
          </p:cNvPr>
          <p:cNvSpPr txBox="1"/>
          <p:nvPr/>
        </p:nvSpPr>
        <p:spPr>
          <a:xfrm>
            <a:off x="1274618" y="628073"/>
            <a:ext cx="2964209" cy="64633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marL="342900" indent="-342900">
              <a:buAutoNum type="arabicPeriod"/>
            </a:pPr>
            <a:r>
              <a:rPr lang="zh-TW" altLang="en-US" dirty="0"/>
              <a:t>新增 </a:t>
            </a:r>
            <a:r>
              <a:rPr lang="en-US" altLang="zh-TW" dirty="0" err="1"/>
              <a:t>o_latch_trigger</a:t>
            </a:r>
            <a:r>
              <a:rPr lang="en-US" altLang="zh-TW" dirty="0"/>
              <a:t> port</a:t>
            </a:r>
          </a:p>
          <a:p>
            <a:r>
              <a:rPr lang="zh-TW" altLang="en-US" dirty="0"/>
              <a:t>對應邏輯也先新增好</a:t>
            </a:r>
          </a:p>
        </p:txBody>
      </p:sp>
    </p:spTree>
    <p:extLst>
      <p:ext uri="{BB962C8B-B14F-4D97-AF65-F5344CB8AC3E}">
        <p14:creationId xmlns:p14="http://schemas.microsoft.com/office/powerpoint/2010/main" val="2998483859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BEEDEFD-18D4-5F53-5C8C-FE2E8D2247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文字方塊 1">
            <a:extLst>
              <a:ext uri="{FF2B5EF4-FFF2-40B4-BE49-F238E27FC236}">
                <a16:creationId xmlns:a16="http://schemas.microsoft.com/office/drawing/2014/main" id="{8293B26D-44E8-80B7-0DC9-6486826755A5}"/>
              </a:ext>
            </a:extLst>
          </p:cNvPr>
          <p:cNvSpPr txBox="1"/>
          <p:nvPr/>
        </p:nvSpPr>
        <p:spPr>
          <a:xfrm>
            <a:off x="1274618" y="628073"/>
            <a:ext cx="5293500" cy="92333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2.</a:t>
            </a:r>
            <a:r>
              <a:rPr lang="zh-TW" altLang="en-US" dirty="0"/>
              <a:t> 新增 </a:t>
            </a:r>
            <a:r>
              <a:rPr lang="en-US" altLang="zh-TW" dirty="0" err="1"/>
              <a:t>o_latch_trigger</a:t>
            </a:r>
            <a:r>
              <a:rPr lang="en-US" altLang="zh-TW" dirty="0"/>
              <a:t> port</a:t>
            </a:r>
          </a:p>
          <a:p>
            <a:r>
              <a:rPr lang="zh-TW" altLang="en-US" dirty="0"/>
              <a:t>先按 </a:t>
            </a:r>
            <a:r>
              <a:rPr lang="en-US" altLang="zh-TW" dirty="0"/>
              <a:t>Analyze Synthesis Files</a:t>
            </a:r>
            <a:r>
              <a:rPr lang="zh-TW" altLang="en-US" dirty="0"/>
              <a:t>，主畫面下方會有紅字</a:t>
            </a:r>
            <a:endParaRPr lang="en-US" altLang="zh-TW" dirty="0"/>
          </a:p>
          <a:p>
            <a:r>
              <a:rPr lang="zh-TW" altLang="en-US" dirty="0"/>
              <a:t>此處 </a:t>
            </a:r>
            <a:r>
              <a:rPr lang="en-US" altLang="zh-TW" dirty="0"/>
              <a:t>Avalon_slave_0 </a:t>
            </a:r>
            <a:r>
              <a:rPr lang="zh-TW" altLang="en-US" dirty="0"/>
              <a:t>是自己新增的，可以移除</a:t>
            </a:r>
            <a:endParaRPr lang="en-US" altLang="zh-TW" dirty="0"/>
          </a:p>
        </p:txBody>
      </p:sp>
      <p:pic>
        <p:nvPicPr>
          <p:cNvPr id="4" name="圖片 3" descr="一張含有 文字, 螢幕擷取畫面, 軟體, 電腦圖示 的圖片&#10;&#10;AI 產生的內容可能不正確。">
            <a:extLst>
              <a:ext uri="{FF2B5EF4-FFF2-40B4-BE49-F238E27FC236}">
                <a16:creationId xmlns:a16="http://schemas.microsoft.com/office/drawing/2014/main" id="{5E7D79DD-AC3B-0EDE-151E-7600466DEAC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764145" y="1861147"/>
            <a:ext cx="6858799" cy="4996853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2155043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7CEBB6-B6E1-1B79-7DDE-99021B1CEDF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圖片 2" descr="一張含有 文字, 軟體, 電腦圖示, 網頁 的圖片&#10;&#10;AI 產生的內容可能不正確。">
            <a:extLst>
              <a:ext uri="{FF2B5EF4-FFF2-40B4-BE49-F238E27FC236}">
                <a16:creationId xmlns:a16="http://schemas.microsoft.com/office/drawing/2014/main" id="{43EF1FB3-E277-FEA5-0088-2D5F2A07D1D2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899916" y="1495155"/>
            <a:ext cx="6392167" cy="3867690"/>
          </a:xfrm>
          <a:prstGeom prst="rect">
            <a:avLst/>
          </a:prstGeom>
        </p:spPr>
      </p:pic>
      <p:sp>
        <p:nvSpPr>
          <p:cNvPr id="4" name="文字方塊 3">
            <a:extLst>
              <a:ext uri="{FF2B5EF4-FFF2-40B4-BE49-F238E27FC236}">
                <a16:creationId xmlns:a16="http://schemas.microsoft.com/office/drawing/2014/main" id="{883B4771-7901-10CF-A928-D6AF580FC229}"/>
              </a:ext>
            </a:extLst>
          </p:cNvPr>
          <p:cNvSpPr txBox="1"/>
          <p:nvPr/>
        </p:nvSpPr>
        <p:spPr>
          <a:xfrm>
            <a:off x="1274618" y="628073"/>
            <a:ext cx="2892138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altLang="zh-TW" dirty="0"/>
              <a:t>3.</a:t>
            </a:r>
            <a:r>
              <a:rPr lang="zh-TW" altLang="en-US" dirty="0"/>
              <a:t> 把他拉到 </a:t>
            </a:r>
            <a:r>
              <a:rPr lang="en-US" altLang="zh-TW" dirty="0"/>
              <a:t>conduit </a:t>
            </a:r>
            <a:r>
              <a:rPr lang="zh-TW" altLang="en-US" dirty="0"/>
              <a:t>組裡面</a:t>
            </a:r>
            <a:endParaRPr lang="en-US" altLang="zh-TW" dirty="0"/>
          </a:p>
        </p:txBody>
      </p:sp>
    </p:spTree>
    <p:extLst>
      <p:ext uri="{BB962C8B-B14F-4D97-AF65-F5344CB8AC3E}">
        <p14:creationId xmlns:p14="http://schemas.microsoft.com/office/powerpoint/2010/main" val="3175900963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B90E243-BB4C-60B4-C02E-F69194702E2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780175471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CBA63E9-0584-EF9F-E3D1-C1B52F15CB4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770546085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佈景主題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188</TotalTime>
  <Words>85</Words>
  <Application>Microsoft Office PowerPoint</Application>
  <PresentationFormat>寬螢幕</PresentationFormat>
  <Paragraphs>8</Paragraphs>
  <Slides>7</Slides>
  <Notes>0</Notes>
  <HiddenSlides>0</HiddenSlides>
  <MMClips>0</MMClips>
  <ScaleCrop>false</ScaleCrop>
  <HeadingPairs>
    <vt:vector size="6" baseType="variant">
      <vt:variant>
        <vt:lpstr>使用字型</vt:lpstr>
      </vt:variant>
      <vt:variant>
        <vt:i4>3</vt:i4>
      </vt:variant>
      <vt:variant>
        <vt:lpstr>佈景主題</vt:lpstr>
      </vt:variant>
      <vt:variant>
        <vt:i4>1</vt:i4>
      </vt:variant>
      <vt:variant>
        <vt:lpstr>投影片標題</vt:lpstr>
      </vt:variant>
      <vt:variant>
        <vt:i4>7</vt:i4>
      </vt:variant>
    </vt:vector>
  </HeadingPairs>
  <TitlesOfParts>
    <vt:vector size="11" baseType="lpstr">
      <vt:lpstr>Aptos</vt:lpstr>
      <vt:lpstr>Aptos Display</vt:lpstr>
      <vt:lpstr>Arial</vt:lpstr>
      <vt:lpstr>Office 佈景主題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  <vt:lpstr>PowerPoint 簡報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Adam Shiau</dc:creator>
  <cp:lastModifiedBy>Adam Shiau</cp:lastModifiedBy>
  <cp:revision>8</cp:revision>
  <dcterms:created xsi:type="dcterms:W3CDTF">2026-02-04T05:38:24Z</dcterms:created>
  <dcterms:modified xsi:type="dcterms:W3CDTF">2026-02-04T08:47:12Z</dcterms:modified>
</cp:coreProperties>
</file>