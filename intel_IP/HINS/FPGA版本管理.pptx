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431798-3BF1-B98F-C81D-8A2FBABB0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89FF877-96D0-74D6-1903-032107752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0D0E8F-842A-CC0F-CBE1-DC4C468B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AA08-D180-47BE-8E93-D30C5AE15A07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838705-6BFD-666F-B9C4-8C59FDDA6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DB40A6-FBCD-6BF0-73D7-D5B53D52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4036-241D-4E12-8376-45046CC32E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0572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E3C687-E3D4-7D2C-0314-BB1387108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648675-F70F-A51D-1749-ED4DBC7EE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96D4E0-2FB9-3DF1-D20C-5A84CDC56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AA08-D180-47BE-8E93-D30C5AE15A07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42686B8-A268-1906-54A1-BD3CC421F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4F2249-92B2-7089-D627-7DD734756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4036-241D-4E12-8376-45046CC32E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36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5AAC24-E65C-F2EC-92DB-2C19A0BD8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C054953-3224-4890-5AEB-BCA940049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4AFFBF-3C77-7E5E-E97F-2E33A3BEE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AA08-D180-47BE-8E93-D30C5AE15A07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C75E9AE-6D63-1DA9-A981-807B1464E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0040D5-69FE-3D93-DA8A-892AFB0F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4036-241D-4E12-8376-45046CC32E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2279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C84BDA-1BA5-1809-7077-9074CE07F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6BE42C-683F-532C-2FCB-3DFB0F496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EC1229F-0DE7-258A-3088-D3C5EA0B46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D29D08A-7683-05D3-0308-73B0C349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AA08-D180-47BE-8E93-D30C5AE15A07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3AA507F-99A0-64DD-8C26-2881A65B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A1AA66-7840-B3D2-470C-9C494BBF5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4036-241D-4E12-8376-45046CC32E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0479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7C0836-9758-1BCB-DA32-9A8779EE8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14E2231-2D88-DA9C-5CFF-CED15015D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7ACA58E-A033-EDE5-2227-94FDEC003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70DBC7D-26E5-B745-792E-283FC1AAFA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7DAF9DC-EF43-CF8B-96DD-41FF9E1355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A9640DD-E7F6-34A7-98F1-035487C90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AA08-D180-47BE-8E93-D30C5AE15A07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8149B9C-B807-4566-21F5-9B2EDAF8C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7A13768-AB31-F21E-A0D9-82EE95655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4036-241D-4E12-8376-45046CC32E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0124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C2E3B8-2612-6DF6-735A-0000233F0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05FA0DE-DEDD-9F9B-3723-0574D4617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AA08-D180-47BE-8E93-D30C5AE15A07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11AB309-95A7-BD38-5D14-A8DA4D234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8C05FEB-B92A-2EC6-2200-EB4D722A0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4036-241D-4E12-8376-45046CC32E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579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DCCF49-FA0D-5752-AD41-D9CAF5E65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AA08-D180-47BE-8E93-D30C5AE15A07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877457C-C92A-2E53-25C3-058EF585F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780F0E-D46A-45D7-F329-9B3C0408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4036-241D-4E12-8376-45046CC32E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2847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D8CB7C-CC14-ECD5-CDF4-EF0EC8714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C202BE-E76F-2BDB-5ACC-3290C9FE4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5943F7A-2584-41DC-4AEE-DD894C56C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2097958-324A-70A2-1C4C-0C63AED32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AA08-D180-47BE-8E93-D30C5AE15A07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77FCDF1-5588-EB71-10A2-6675C0E30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370794F-529F-31F3-779E-C6BE34F96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4036-241D-4E12-8376-45046CC32E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1687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B7F6E7-606A-02AD-2E28-D6D135328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C8B0157-EA2C-41FE-E289-C59018AF10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6FC1ECF-1ADE-ED02-4FB3-2185814D9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E60A35-1796-3A2F-0B71-2B8945021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AA08-D180-47BE-8E93-D30C5AE15A07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2DC90AF-B11D-73CB-D8DD-6A4115DE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6200527-6AFD-1B69-DE2D-FD86E31A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4036-241D-4E12-8376-45046CC32E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6686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866E0F-FA65-E4B6-64BE-E18F72EED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609765D-B330-1424-C6AF-5637CD776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7C7D9C-681F-0ABE-32FD-ACDB1BC2C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AA08-D180-47BE-8E93-D30C5AE15A07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6A8633-5734-83A4-A2A2-79A634254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57023B-D3DE-6070-358F-2011DFAEF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4036-241D-4E12-8376-45046CC32E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4722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C4A8179-618A-F37C-82BB-518F7537F6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44A2592-FD8F-3F76-8768-923987BB9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8ACD64-6DB5-FE9E-B902-B78EF551D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AA08-D180-47BE-8E93-D30C5AE15A07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C7084F-CC00-0F41-3376-C3C0BDB98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EE936E-2CEE-34DE-3653-2506E2A2C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F4036-241D-4E12-8376-45046CC32E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622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BEB980D-620C-EE7C-25ED-4E6F95491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F2D1B35-9D95-F06B-C364-80C88C21D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0AB4D3-5476-32D3-19F3-D0723E0370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44AA08-D180-47BE-8E93-D30C5AE15A07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E3B91F-B2FD-F622-7C18-B5775AAF01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25BEC3-31D9-B2B2-9181-84B95D9D46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F4036-241D-4E12-8376-45046CC32E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481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81D552-C44D-C0EE-7BB2-302EBE6ED3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157B7CF-5E9D-B8EA-16CB-95E75C1572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7752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13B0A-97C9-D15B-8700-9CA1B007F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6B31979-62C3-DA53-6068-C282A0F6A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074" y="1804761"/>
            <a:ext cx="7001852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518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E7AD9-E5AD-095D-02C5-2F74C98D8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FFAD005D-6965-6E5C-A5B6-17B322825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47" y="1666629"/>
            <a:ext cx="7563906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33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3694B-9537-9FAE-7510-E60D7AC3F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收據, 代數 的圖片&#10;&#10;AI 產生的內容可能不正確。">
            <a:extLst>
              <a:ext uri="{FF2B5EF4-FFF2-40B4-BE49-F238E27FC236}">
                <a16:creationId xmlns:a16="http://schemas.microsoft.com/office/drawing/2014/main" id="{3BD8E5EE-85AF-B950-72C3-FECEADD4F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416" y="2185814"/>
            <a:ext cx="6935168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6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D7813-5307-48F2-612B-9648520D4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AF8C9B1E-82AC-71F3-B31D-6CACF9ACE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125" y="1299865"/>
            <a:ext cx="8773749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32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1A350-28AE-1DE0-B928-046F02980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2B707684-F129-A110-2BE1-C63540595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758" y="1061707"/>
            <a:ext cx="7230484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317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9D698-E806-B3B1-C8DF-0BA80A227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螢幕擷取畫面, 代數 的圖片&#10;&#10;AI 產生的內容可能不正確。">
            <a:extLst>
              <a:ext uri="{FF2B5EF4-FFF2-40B4-BE49-F238E27FC236}">
                <a16:creationId xmlns:a16="http://schemas.microsoft.com/office/drawing/2014/main" id="{31E5AB81-4A5B-9936-66F6-CDD770061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101" y="392640"/>
            <a:ext cx="8745170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646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字型, 行 的圖片&#10;&#10;AI 產生的內容可能不正確。">
            <a:extLst>
              <a:ext uri="{FF2B5EF4-FFF2-40B4-BE49-F238E27FC236}">
                <a16:creationId xmlns:a16="http://schemas.microsoft.com/office/drawing/2014/main" id="{C618AC9B-3500-8686-6D51-30D7BFA89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362" y="2428735"/>
            <a:ext cx="8783276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597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5A88E-272E-F4E6-C5D9-FD55491C2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陳列, 軟體 的圖片&#10;&#10;AI 產生的內容可能不正確。">
            <a:extLst>
              <a:ext uri="{FF2B5EF4-FFF2-40B4-BE49-F238E27FC236}">
                <a16:creationId xmlns:a16="http://schemas.microsoft.com/office/drawing/2014/main" id="{C1890088-7CB4-68AB-19E1-EA658DC92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066" y="2527045"/>
            <a:ext cx="5849166" cy="272453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2FF8459-F07A-5914-B2EA-1032AA90EDF6}"/>
              </a:ext>
            </a:extLst>
          </p:cNvPr>
          <p:cNvSpPr txBox="1"/>
          <p:nvPr/>
        </p:nvSpPr>
        <p:spPr>
          <a:xfrm>
            <a:off x="556726" y="1374511"/>
            <a:ext cx="9837576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TW" b="0" dirty="0" err="1">
                <a:effectLst/>
                <a:latin typeface="Consolas" panose="020B0609020204030204" pitchFamily="49" charset="0"/>
              </a:rPr>
              <a:t>set_global_assignment</a:t>
            </a:r>
            <a:r>
              <a:rPr lang="en-US" altLang="zh-TW" b="0" dirty="0">
                <a:effectLst/>
                <a:latin typeface="Consolas" panose="020B0609020204030204" pitchFamily="49" charset="0"/>
              </a:rPr>
              <a:t> -name SEARCH_PATH "../TOP“</a:t>
            </a:r>
          </a:p>
          <a:p>
            <a:pPr>
              <a:lnSpc>
                <a:spcPts val="1425"/>
              </a:lnSpc>
              <a:buNone/>
            </a:pPr>
            <a:r>
              <a:rPr lang="zh-TW" altLang="en-US" b="0" dirty="0">
                <a:effectLst/>
                <a:latin typeface="Consolas" panose="020B0609020204030204" pitchFamily="49" charset="0"/>
              </a:rPr>
              <a:t>這個會出現在下面</a:t>
            </a:r>
            <a:r>
              <a:rPr lang="en-US" altLang="zh-TW" b="0" dirty="0">
                <a:effectLst/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2921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9C916-BB86-A561-0A71-394C590A2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077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18</Words>
  <Application>Microsoft Office PowerPoint</Application>
  <PresentationFormat>寬螢幕</PresentationFormat>
  <Paragraphs>2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Shiau</dc:creator>
  <cp:lastModifiedBy>Adam Shiau</cp:lastModifiedBy>
  <cp:revision>8</cp:revision>
  <dcterms:created xsi:type="dcterms:W3CDTF">2025-11-25T10:04:20Z</dcterms:created>
  <dcterms:modified xsi:type="dcterms:W3CDTF">2025-11-25T11:44:01Z</dcterms:modified>
</cp:coreProperties>
</file>