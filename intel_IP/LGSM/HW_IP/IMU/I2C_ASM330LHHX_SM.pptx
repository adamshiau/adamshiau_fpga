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5" r:id="rId4"/>
    <p:sldId id="258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14:29.28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3038 2598 24575,'0'2130'0,"5"-2032"0,30 170 0,-18-168 0,6 156 0,-11-86 0,1-1 0,-15 17 0,4 90 0,10-154 0,0 19 0,1 69 0,0 17 0,-13-42 0,11 196 0,26 19 0,57 364 0,-49-418 0,-23-226 0,5-1 0,48 133 0,109 221 0,-130-360 0,4-3 0,82 115 0,-78-129 0,77 112 0,195 223 0,-298-387 0,3-3 0,1-1 0,2-2 0,85 61 0,-87-77 0,-1-2 0,2-2 0,1-1 0,0-3 0,1-1 0,50 8 0,268 24 0,-322-41 0,-35-4 0,58 7 0,1-3 0,1-3 0,88-10 0,47-37 0,-170 40 0,13-2 0,0 2 0,61-2 0,49 10 0,149-4 0,-258-2 0,0-3 0,51-14 0,10-2 0,10 10 0,1 4 0,152 8 0,-21 1 0,-213-2 0,0-1 0,0-2 0,-1-2 0,0 0 0,0-2 0,55-24 0,-43 12 0,-1-2 0,-2-1 0,0-3 0,39-33 0,-41 26 0,-1-2 0,-1-2 0,47-64 0,78-140 0,48-150 0,-176 316 0,-3-2 0,-4-2 0,22-107 0,102-633 0,-73-30 0,-51 368 0,-5 126 0,-13 188 0,10-334 0,-20-928 0,-53 745 0,50 652 0,-64-361 0,-27 7 0,41 171 0,29 118 0,-4 1 0,-51-113 0,44 128 0,13 26 0,-2 1 0,-51-81 0,44 89 0,-36-54 0,-108-124 0,-166-134 0,190 181 0,38 39 0,75 96 0,-2 2 0,-1 2 0,-66-48 0,-200-119 0,56 38 0,-2 7 0,173 112 0,-124-90 0,179 122 0,-2 1 0,-49-22 0,7 4 0,-14-4 0,-1 3 0,-141-36 0,77 26 0,-381-133 0,493 169 0,0 2 0,-74-6 0,-18-3 0,-885-181 0,928 182 0,-149-8 0,-232-27 0,180 15 0,-49-22 0,301 51 0,-53-3 0,51 7 0,-39-8 0,22 3 0,-1 2 0,1 3 0,-63 4 0,15 0 0,56 1 0,0 1 0,0 2 0,-64 18 0,-82 9 0,147-27 0,-54 1 0,-39 4 0,40 0 0,64-9 0,-55 11 0,58-7 0,-2-3 0,1 0 0,-63-4 0,62-1 0,0 2 0,0 1 0,-56 9 0,-92 38 0,166-44 0,0 2 0,1-1 0,-1 2 0,1 0 0,1 1 0,-1 0 0,-16 14 0,-6 9 0,-35 39 0,55-54 0,8-6 0,-1 1 0,1 0 0,1 0 0,0 1 0,1 0 0,0 0 0,-8 26 0,-20 94 0,27-85 0,2 0 0,3 1 0,5 77 0,-1-24 0,-2-87 0,1-1 0,0 1 0,0-1 0,1 0 0,1 0 0,0 0 0,1 0 0,1 0 0,5 12 0,2 0 0,-6-11 0,0-1 0,0 0 0,2 0 0,-1-1 0,2 0 0,17 20 0,-25-32 0,153 145 0,-131-127 0,0 0 0,2-1 0,0-2 0,0-1 0,34 13 0,-46-20 0,1 0 0,20 13 0,-25-13 0,1-1 0,0 0 0,1 0 0,-1-1 0,23 7 0,-19-9 0,0 0 0,0-1 0,0 0 0,27-1 0,-38-1 0,-1 0 0,1 0 0,0-1 0,0 1 0,0-1 0,-1 1 0,1-1 0,0 0 0,0 0 0,-1 0 0,1 0 0,-1-1 0,1 1 0,-1-1 0,0 1 0,1-1 0,-1 0 0,0 0 0,0 0 0,0 0 0,0 0 0,-1 0 0,1-1 0,0 1 0,-1-1 0,0 1 0,0-1 0,0 1 0,0-1 0,0 0 0,1-3 0,-1-2 0,-1-1 0,1 1 0,-1 0 0,-1-1 0,0 1 0,0 0 0,0 0 0,-4-11 0,-28-63 0,24 62 0,0-2 0,-8-29 0,-43-149 0,60 198 0,-1 0 0,1 0 0,-1 0 0,0 0 0,0 1 0,1-1 0,-1 0 0,0 1 0,0-1 0,0 0 0,-1 1 0,1 0 0,0-1 0,-1 1 0,1 0 0,0-1 0,-1 1 0,0 0 0,1 0 0,-1 0 0,0 0 0,1 1 0,-3-2 0,1 2 0,0 1 0,0-1 0,0 1 0,1-1 0,-1 1 0,0 0 0,0 0 0,1 0 0,-1 0 0,0 1 0,1-1 0,0 1 0,-1-1 0,1 1 0,-3 2 0,-13 13 0,0 1 0,2 0 0,0 1 0,1 1 0,-20 34 0,4-7 0,-96 137 0,123-180 0,-15 20 0,1 0 0,0 2 0,2 0 0,-22 49 0,11-17 0,19-41 0,0-1 0,1 1 0,0 0 0,2 0 0,-5 23 0,10-39 0,-1 1 0,1-1 0,0 1 0,0 0 0,0-1 0,1 1 0,-1-1 0,0 1 0,0 0 0,1-1 0,-1 1 0,1-1 0,0 1 0,-1-1 0,1 0 0,0 1 0,0-1 0,0 0 0,0 1 0,0-1 0,0 0 0,0 0 0,0 0 0,1 0 0,-1 0 0,0 0 0,1 0 0,-1 0 0,0-1 0,1 1 0,-1 0 0,1-1 0,0 1 0,-1-1 0,1 0 0,-1 1 0,1-1 0,-1 0 0,3 0 0,7 1 0,1-1 0,0 0 0,-1-1 0,15-3 0,-21 4 0,32-7 0,0-2 0,0-1 0,-1-2 0,0-1 0,-1-2 0,47-27 0,-21 10-48,-42 23-140,0 0 0,-1-1 0,0-1 0,-1 0-1,-1-2 1,19-16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15:30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3397 2671 24575,'-25'503'0,"-29"-3"0,20-211 0,7-75 0,6-65 0,-1 166 0,23-170 0,2-40 0,-20 191 0,5-115 0,3-19 0,-6-59 0,3-19 0,-3 101 0,-12 236 0,1 29 0,27 684 0,3-1067 0,19 116 0,-11-117 0,4 120 0,-17-144 0,3 0 0,1 0 0,2 0 0,17 67 0,41 140 0,-14-43 0,-12-49 0,78 188 0,-75-238 0,36 88 0,14 36 0,-31-88 0,3 9 0,-43-99 0,3 0 0,2-2 0,3-1 0,1-1 0,3-1 0,1-2 0,3-1 0,63 63 0,-77-88 0,2-2 0,0 0 0,1-2 0,0 0 0,1-2 0,1 0 0,33 11 0,-7-7 0,1-2 0,102 17 0,557 49 0,-340-46 0,-134 3 0,-53-7 0,251 43 0,53 6 0,231 23 0,-635-96 0,164-5 0,-121-5 0,-29 1 0,103-13 0,-161 8 0,-1-2 0,-1-1 0,1-2 0,-1-2 0,53-25 0,-57 19 0,-1-1 0,-1-2 0,-1-1 0,-1-1 0,-1-2 0,36-40 0,-25 20 0,-2-2 0,-3-2 0,42-74 0,-59 85 0,-1-1 0,-3 0 0,-1-1 0,11-56 0,-21 84 0,37-140 0,-5 23 0,21-147 0,-43 38 0,-3 26 0,0 117 0,39-419 0,-41 379 0,10-274 0,-14 280 0,26-143 0,-27 240 0,5-73 0,-7-154 0,-3 130 0,1 118 0,-1 0 0,0 0 0,-1 0 0,0 1 0,-1-1 0,0 1 0,-1-1 0,0 1 0,-1 0 0,0 0 0,-1 1 0,-8-12 0,5 10 0,0 0 0,-1 1 0,-1 0 0,0 1 0,-1 0 0,0 1 0,0 0 0,-1 1 0,-15-8 0,-27-13 0,-2-2 0,0 3 0,-91-31 0,21 26 0,-227-28 0,258 51 0,37 4 0,-105-24 0,66 7 0,-102-12 0,-100 3 0,37 25 0,-5-1 0,-25-10 0,203 6 0,57 7 0,-45-3 0,29 6 0,0-3 0,1-1 0,-1-3 0,-88-28 0,72 13 0,1-3 0,-114-65 0,170 87 0,0-1 0,0 0 0,1 0 0,0-1 0,0 0 0,1-1 0,0 1 0,0-1 0,0 0 0,1-1 0,0 1 0,1-1 0,0 0 0,1 0 0,-4-12 0,-2-16 0,1 0 0,-4-64 0,2 14 0,0 26 0,-72-420 0,39 152 0,32-194 0,13 325 0,0-27 0,-4-307 0,-11 308 0,-1-65 0,15 155 0,-2-139 0,-26 60 0,4 44 0,-3-42 0,-2-35 0,18 174 0,-2 1 0,-4 1 0,-25-72 0,-14-59 0,31 74 0,-18-70 0,-64-241 0,100 408 0,-1 0 0,-1 0 0,-2 1 0,-1 0 0,-27-52 0,29 65 0,0 1 0,-2 0 0,0 0 0,0 1 0,-1 0 0,-1 1 0,0 1 0,-1 0 0,0 0 0,-1 2 0,-21-13 0,-47-16 0,-136-43 0,-96-8 0,189 55 0,-1091-229 0,1147 251 0,25 3 0,0 3 0,-65-3 0,-48-1 0,24 0 0,-596 7 0,396 6 0,298-1 0,1 2 0,-1 1 0,-42 11 0,-101 37 0,71-20 0,45-15 0,1 3 0,-74 35 0,105-41 0,-1-2 0,-47 11 0,-12 4 0,70-18 0,0 0 0,1 1 0,0 2 0,-23 16 0,-72 63 0,61-47 0,18-15 0,-54 57 0,78-72 0,0 1 0,1 0 0,0 0 0,1 1 0,1 0 0,1 1 0,-8 19 0,8-12 0,1 1 0,1 0 0,0 0 0,2 1 0,2 0 0,0-1 0,1 1 0,4 28 0,-1-33 0,1-1 0,2 0 0,0 0 0,1 0 0,1 0 0,1-1 0,0 0 0,1-1 0,2 0 0,18 26 0,-7-13 0,-11-16 0,0 0 0,0 0 0,2-1 0,0 0 0,19 15 0,21 11 0,-6-3 0,2-2 0,1-2 0,64 31 0,116 45 0,-181-87 0,-28-13 0,-1 0 0,22 14 0,-15-8 0,1-1 0,42 16 0,24 11 0,-63-26 0,1 0 0,0-2 0,65 17 0,182 32 0,118 21 0,126 24 0,-374-84 0,221 29 0,-369-52 0,34 4 0,-27-5 0,-20-7 0,0 1 0,-1-1 0,2 0 0,-1-1 0,2 0 0,-1-1 0,1 0 0,0-1 0,1 0 0,-14-22 0,11 17 0,0 0 0,-1 0 0,-1 1 0,-17-14 0,9 11-273,-2 0 0,0 2 0,-1 1 0,-39-18 0,48 26-6553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15:32.0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667 1 24575,'-7'1'0,"0"0"0,0 1 0,0 0 0,0 0 0,0 1 0,1 0 0,-1 0 0,1 0 0,-9 7 0,-14 6 0,-193 79 0,-49 23 0,202-75-1365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16:22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1769 3812 24575,'0'1106'0,"-2"-1071"0,-9 55 0,-2 13 0,10-21 0,-11 136 0,4-92 0,8 186 0,4-154 0,-2 2123 0,-13-1863 0,0-32 0,12-350 0,3 650 0,23-260 0,-12-333 0,-7-56 0,3 52 0,-1 41 0,44 219 0,75 187 0,-104-469 0,3 0 0,2-2 0,49 81 0,-31-62 0,-16-26 0,3-1 0,66 85 0,-77-115 0,1-2 0,1 0 0,1-2 0,1 0 0,1-2 0,1-1 0,49 26 0,31 5 0,1-5 0,3-5 0,165 39 0,125 41 0,-30-8 0,-212-76 0,278 26 0,165-31 0,-112-9 0,-451-21 0,226 31 0,-22-1 0,624-20 0,2-62 0,-223 10 0,-2 25 0,430 16 0,-605-1 0,-251-4 0,0-10 0,376-72 0,-416 49 0,394-92 0,-471 98 0,105-48 0,87-57 0,-28 27 0,-107 48 0,-72 26 0,164-74 0,-213 90 0,0-2 0,-2-2 0,-1-1 0,44-40 0,-48 31 0,-1-1 0,-1-2 0,41-69 0,-40 58 0,12-20 0,58-129 0,13-83 0,-81 196 0,-13 25 0,-3-1 0,-2 0 0,-3-1 0,-2 0 0,1-80 0,7-106 0,-5-261 0,-14 313 0,2-401 0,2 554 0,9-55 0,2-27 0,-11 101 0,9-44 0,-7 43 0,0 1 0,1-24 0,-2 5 0,12-60 0,-8 61 0,-3 23 0,1-1 0,0 1 0,9-18 0,10-30 0,5-10 0,-3 9 0,7-38 0,-14 50 0,-3 0 0,-2-2 0,7-63 0,-18 97 0,18-326 0,-20 170 0,-3-135 0,-26 74 0,6 82 0,2-4 0,-12-166 0,16 128 0,-47-229 0,19 224 0,-12-78 0,38 177 0,-4 1 0,-4 0 0,-50-124 0,6-4 0,16 48 0,43 151 0,-80-225 0,-4-24 0,9 25 0,-8-54 0,74 237 0,-72-223 0,60 197 0,19 60 0,-98-331 0,64 225 0,13 46 0,16 52 0,-28-56 0,35 79 0,-4-3 0,-1 0 0,-1 1 0,-38-47 0,-73-63 0,78 86 0,-113-103 0,130 125 0,-36-28 0,-139-86 0,78 58 0,106 68 0,-153-99 0,138 93 0,0 2 0,-72-26 0,111 47 0,-85-30 0,-154-33 0,-1351-242-687,1019 184 681,548 116 5,-14-3 174,0 1 1,0 3 0,-42-1-1,-898 6-173,959-1 0,1 1 0,0 1 0,0 0 0,1 1 0,-1 1 0,0 1 0,1 0 0,0 1 0,-21 12 0,-143 62 0,-399 238 0,552-303 0,0 2 0,1 1 0,0 1 0,2 1 0,-42 44 0,45-41 0,-32 26 0,-13 14 0,8 6 0,-78 127 0,102-145 0,-85 126 0,101-153 0,-2-1 0,-1-1 0,-1-1 0,-26 20 0,-102 65 0,115-82 0,22-17 0,0 0 0,-1 0 0,0-1 0,0-1 0,0-1 0,-1 0 0,0 0 0,0-2 0,0 0 0,0 0 0,0-1 0,-23-3 0,-18-3 0,-109-24 0,150 26 0,-303-83 0,63 15 0,83 21 0,151 42 0,0-1 0,0-1 0,1-1 0,1-1 0,-34-26 0,-242-199 0,268 217 0,-2 0 0,0 2 0,-1 1 0,0 2 0,-2 1 0,0 1 0,0 2 0,-1 1 0,0 1 0,-38-4 0,-15 7 0,-114 5 0,-6 0 0,-281-20 0,286 8 0,-86-1 0,266 14 0,-609 2 0,444 4 0,-344 57 0,489-53 0,-48 19 0,17-5 0,-268 78 0,149-33 0,-35 10 0,85-43 0,-81 22 0,165-43 0,38-11 0,0 1 0,0 0 0,-29 15 0,37-15 0,-125 70 0,120-65 0,1 1 0,0 1 0,1 0 0,0 1 0,1 1 0,-13 17 0,11-10 0,1 1 0,1 0 0,1 1 0,1 1 0,-9 27 0,12-28 0,-12 30 0,-16 71 0,26-56 0,2 2 0,3-1 0,3 1 0,8 69 0,-3-105 0,2 0 0,2-1 0,1 0 0,1-1 0,2 0 0,1 0 0,24 45 0,136 202 0,-134-224 0,-2-3 0,2-1 0,2-2 0,67 62 0,-89-94 0,1 2 0,2-1 0,24 17 0,-37-29 0,1-1 0,-1-1 0,1 0 0,0 0 0,0-1 0,0 0 0,0 0 0,0-1 0,19 2 0,-23-3 0,35 0 0,-25-7 0,-15 6 0,1 0 0,-1-1 0,0 1 0,0 0 0,1-1 0,-1 1 0,0-1 0,0 1 0,0-1 0,0 1 0,0 0 0,1-1 0,-1 1 0,0-1 0,0 1 0,0-1 0,0 1 0,0 0 0,0-1 0,0 1 0,-1-1 0,1 1 0,0-1 0,0 1 0,0 0 0,0-1 0,0 1 0,-1-1 0,1 1 0,-1-1 0,-34-51 0,24 38 0,0-1 0,-9-18 0,18 29 0,-29-55 0,3-1 0,2 0 0,-22-84 0,44 128 0,1 7 0,0 0 0,1-1 0,1 1 0,-1-12 0,2 20 0,0 1 0,0-1 0,0 1 0,0-1 0,0 0 0,0 1 0,0-1 0,0 1 0,0-1 0,0 0 0,0 1 0,0-1 0,0 1 0,0-1 0,1 1 0,-1-1 0,0 0 0,1 1 0,-1-1 0,0 1 0,1-1 0,-1 1 0,0 0 0,1-1 0,-1 1 0,1-1 0,-1 1 0,1 0 0,-1-1 0,1 1 0,-1 0 0,1 0 0,0-1 0,1 1 0,-1 0 0,0 1 0,1-1 0,-1 1 0,0-1 0,1 1 0,-1-1 0,0 1 0,0 0 0,1 0 0,-1 0 0,0-1 0,2 3 0,31 36 0,62 114 0,-82-128 0,-1 2 0,-2 0 0,-1 0 0,9 35 0,-18-58 0,0 1 0,0-1 0,-1 0 0,1 1 0,-1-1 0,0 1 0,0-1 0,-1 1 0,1-1 0,-1 1 0,0-1 0,0 1 0,-1-1 0,1 0 0,-1 0 0,0 0 0,0 0 0,0 0 0,-5 6 0,-2-1 0,0 1 0,-1-1 0,-1-1 0,1 0 0,-15 8 0,16-9 0,3-3 0,1 0 0,0 0 0,0 1 0,0 0 0,0 0 0,1 0 0,0 0 0,0 1 0,0 0 0,-3 8 0,-1 3 0,2 0 0,-6 26 0,4-13 0,5-24 0,1 0 0,-1 0 0,0 0 0,-1 0 0,0 0 0,0 0 0,0-1 0,0 0 0,-1 0 0,0 0 0,0-1 0,0 1 0,0-1 0,-8 4 0,-13 7 0,0-1 0,-30 11 0,-2 1 0,-69 43-1365,89-47-5461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32:02.1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1769 4383 24575,'0'30'0,"-20"847"0,12-318 0,10-335 0,-2 2022 0,36-1645 0,9-374 0,-25-142 0,10 96 0,-11-52 0,53 191 0,-11-62 0,106 378 0,-40-180 0,-76-243 0,60 227 0,-20-145 0,53 115 0,-107-312 0,25 58 0,-46-116 0,19 67 0,-12-30 0,-17-61 0,34 104 0,76 154 0,-70-185 0,108 157 0,-33-67 0,-88-134 0,79 100 0,-85-115 0,1 0 0,46 38 0,-9-17 0,113 68 0,-139-97 0,1-2 0,1-2 0,1-2 0,71 18 0,240 27 0,6-27 0,-160-17 0,555 26 0,-317-45 0,442 3 0,-573 13 0,110 0 0,-318-16 0,-1-4 0,122-23 0,-176 21 0,306-55 0,-247 50 0,151 0 0,-145 14 0,619-16 0,-17 18 0,-547 4 0,460-1 0,-447-6 0,-38-6 0,194-31 0,-284 27 0,0-1 0,0-3 0,-1-2 0,50-24 0,-67 29 0,0 1 0,46-8 0,-39 10 0,38-13 0,333-113 0,-327 108 0,47-17 0,-110 35 0,0 0 0,0-1 0,-1-1 0,28-22 0,28-25 0,42-37 0,-98 78 0,-2 0 0,0-1 0,-1 0 0,21-34 0,110-247 0,-96 190 0,53-156 0,-40 91 0,-23 72 0,58-133 0,-80 195 0,-1 0 0,17-70 0,2-9 0,-35 117 0,23-61 0,-3-1 0,15-82 0,-4-34 0,91-292 0,-108 432 0,2 0 0,1 1 0,2 1 0,2 1 0,27-37 0,29-24 0,112-112 0,-168 188 0,1 2 0,1 0 0,1 1 0,0 2 0,30-15 0,135-56 0,-130 63 0,-43 17 0,30-13 0,1 2 0,70-18 0,357-72 0,-446 102 0,1 2 0,0 1 0,1 1 0,-1 1 0,0 2 0,0 0 0,44 10 0,13 8 0,97 34 0,156 72 0,-280-98 0,-2 3 0,-1 2 0,84 63 0,-119-77 0,-2 0 0,0 2 0,-1 0 0,-1 1 0,19 28 0,61 121 0,-90-157 0,28 58 0,45 132 0,4 83 0,12 34 0,-47-185 0,6-2 0,89 156 0,-83-170 0,14 22 0,-20-58 0,5-2 0,3-3 0,106 103 0,-43-62 0,212 156 0,-304-250 0,-5-3 0,52 29 0,-23-18 0,-1 3 0,-2 2 0,57 51 0,138 148 0,-89-81 0,-134-132 0,2-1 0,0-1 0,2-1 0,0-2 0,1-1 0,1-1 0,1-2 0,57 17 0,-1-3 0,155 43 0,-189-58 0,0-3 0,82 5 0,65 5 0,-24-1 0,273 7 0,316-16 0,-479-13 0,1388 2 0,-1491 13 0,-30-1 0,62 1 0,31 1 0,-48-1 0,-1 0 0,107 2 0,123 11 0,-420-25 0,186 9 0,-161-10 0,-1-2 0,1-1 0,57-13 0,-26-2 0,1 4 0,113-11 0,-116 22 0,-1-4 0,86-20 0,-113 18 0,1-2 0,-1-2 0,-1-1 0,-1-2 0,44-26 0,-37 17 0,-1-2 0,-1-1 0,-2-2 0,-1-2 0,-1-1 0,-2-2 0,34-46 0,-33 31 0,-2-1 0,26-57 0,41-115 0,-36 75 0,-55 130 0,0-1 0,-1 0 0,-1 0 0,-1-1 0,-1 0 0,4-38 0,-8 53 0,0-1 0,0 1 0,0 0 0,0 0 0,-1 0 0,0-1 0,0 1 0,-1 0 0,1 0 0,-1 0 0,0 1 0,0-1 0,-1 0 0,1 1 0,-1-1 0,0 1 0,0 0 0,-1 0 0,1 0 0,-1 0 0,0 1 0,0-1 0,0 1 0,0 0 0,-1 0 0,1 1 0,-1-1 0,0 1 0,1 0 0,-1 0 0,-9-1 0,-11-2 0,0 2 0,0 0 0,-1 2 0,-32 2 0,11 0 0,-567 15 0,34-1 0,398-17 0,-138 4 0,252 5 0,1 3 0,-101 27 0,63-11 0,-190 31 0,-3-12 0,-359 8 0,165 6 0,381-47 0,1-5 0,-135-8 0,98-1 0,-260-28 0,239 12 0,-172-29 0,315 42 0,-1 2 0,0 1 0,0 0 0,-42 5 0,-105 21 0,-19 1 0,31-11 0,64-5 0,-98-4 0,182-6 0,0-1 0,1 0 0,-1-1 0,1 0 0,-1-1 0,1-1 0,0 0 0,1 0 0,-22-14 0,11 3 0,-1 0 0,2-2 0,-32-32 0,37 32 0,1-1 0,1-1 0,0 0 0,2-1 0,0-1 0,2 0 0,0 0 0,1-1 0,2 0 0,-8-35 0,6 6 0,1 0 0,4 0 0,3-97 0,1 134 0,2 0 0,0 1 0,1-1 0,0 1 0,1 0 0,0-1 0,1 2 0,1-1 0,1 1 0,-1-1 0,15-18 0,-10 18 0,1 0 0,1 0 0,0 1 0,1 1 0,0 0 0,1 1 0,0 0 0,33-16 0,34-16 0,95-66 0,-161 98 0,14-12 0,2 2 0,1 1 0,66-30 0,-81 46 0,1 0 0,0 0 0,0 2 0,0 1 0,0 0 0,0 1 0,27 4 0,-2-1 0,461 35 0,-19-1 0,-50-15 0,678 15 0,-283-38 0,-748-4 0,1-3 0,87-19 0,89-11 0,-144 25 0,-61 6 0,58 0 0,-66 5 0,-1-1 0,1-2 0,-1-3 0,0-1 0,0-2 0,76-31 0,-85 27 0,0-3 0,-1-1 0,-1-2 0,-1-1 0,-1-1 0,0-2 0,-3-2 0,31-32 0,-58 56 0,12-13 0,-1 0 0,22-32 0,-32 40 0,0 0 0,0 0 0,-1 0 0,0 0 0,-1 0 0,0-1 0,0 1 0,0-1 0,-1 1 0,0-10 0,-1-2 0,-1 1 0,-1-1 0,-1 1 0,0 0 0,-1 0 0,-2 0 0,1 0 0,-14-27 0,-2 6 0,-1 1 0,-43-59 0,47 74 0,-9-14 0,-2 1 0,-51-52 0,75 84 0,0 1 0,-1 1 0,1-1 0,-1 1 0,0 0 0,0 1 0,0-1 0,0 1 0,-1 0 0,1 1 0,0-1 0,-9 0 0,-11 0 0,-47 3 0,32 1 0,-20-2 0,-482 12 0,1 38 0,-220 103 0,700-139 0,-70 15 0,-1-5 0,-1-7 0,-217 1 0,-143-20 0,463 0 0,-1-2 0,1-1 0,0-1 0,-45-15 0,34 8 0,-55-8 0,52 13 0,0-2 0,1-2 0,-61-24 0,23 12 0,56 17 0,-33-12 0,34 9 0,1 0 0,0-2 0,-30-20 0,47 27 0,0 0 0,1 0 0,-1-1 0,1 0 0,1 0 0,-1-1 0,1 1 0,0-1 0,0 0 0,1-1 0,0 1 0,0-1 0,1 0 0,-4-14 0,-1-9 0,2 0 0,2-1 0,-2-51 0,6 66 0,2 0 0,-1 0 0,2 0 0,0 0 0,1 1 0,1-1 0,0 1 0,12-23 0,62-94 0,-14 27 0,-32 45 0,1 2 0,3 2 0,75-89 0,-106 141 0,-1 0 0,1 0 0,1 1 0,-1 0 0,0 0 0,1 0 0,0 1 0,0 0 0,0 0 0,0 1 0,0 0 0,1 0 0,-1 0 0,8 1 0,15-2 0,0 2 0,39 4 0,-13 0 0,439-3 0,137 4 0,-277 16 0,-240-11 0,659 12 0,-619-19 0,159-4 0,-302 0 0,0 0 0,0 0 0,-1-1 0,1 0 0,-1-1 0,1-1 0,-1 0 0,0 0 0,-1-1 0,0 0 0,0-1 0,0 0 0,0-1 0,-1 0 0,-1 0 0,15-18 0,-9 8 0,-2 0 0,0-1 0,-1 0 0,0-1 0,-2 0 0,0 0 0,-2-1 0,8-31 0,-2-14 0,-3-2 0,-3 1 0,-2-99 0,-6 145 0,-1-1 0,-1 0 0,-1 1 0,-1 0 0,-1 0 0,-1 0 0,0 1 0,-2 0 0,0 0 0,-1 1 0,-1 0 0,-1 1 0,-1 0 0,-25-27 0,31 39 0,0 0 0,0 1 0,-1 0 0,1 1 0,-1-1 0,-14-4 0,-55-17 0,62 21 0,-46-11 0,0 2 0,-1 3 0,-77-4 0,-192 8 0,168 7 0,-207-13 0,-16-1 0,3 27 0,118 30 0,55-6 0,-87-22 0,45-5 0,-138 6 0,347-15 0,-60 11 0,70-6 0,-1-2 0,1-2 0,-51-2 0,79-1 0,1 1 0,0-2 0,-1 1 0,1 0 0,0-1 0,0 0 0,0 0 0,0 0 0,0 0 0,0-1 0,1 1 0,-1-1 0,1 0 0,0 0 0,0-1 0,0 1 0,0 0 0,0-1 0,1 0 0,0 0 0,0 0 0,0 0 0,0 0 0,0 0 0,1 0 0,-1-5 0,-3-10 0,1 0 0,0 0 0,2-1 0,0-29 0,1-18 0,10-92 0,-6 134 0,1 1 0,2-1 0,0 1 0,2 0 0,0 1 0,24-44 0,-20 45 0,1 0 0,1 1 0,24-26 0,-31 39 0,0 1 0,1 0 0,0 1 0,0 0 0,0 0 0,1 1 0,0 0 0,0 0 0,0 1 0,0 0 0,16-4 0,49-6 0,1 3 0,110-2 0,-49 5 0,233-28 0,343-16 0,-668 51 0,21 2 0,0-3 0,0-2 0,71-16 0,110-25 0,-144 38 0,-65 5 0,63-10 0,6-12 0,74-13 0,-145 29 0,-1-1 0,0-2 0,-1-2 0,56-29 0,8-2 0,-36 23 0,-41 15 0,-1 0 0,0-2 0,0 0 0,28-18 0,-42 23 0,-1 0 0,1-1 0,-1 0 0,0 0 0,0 0 0,0 0 0,0-1 0,-1 0 0,0 1 0,0-1 0,0-1 0,-1 1 0,1 0 0,-1 0 0,-1-1 0,1 1 0,-1-1 0,0 0 0,0 1 0,0-12 0,-5-243 0,4 250 0,-1 0 0,0 0 0,0 0 0,-1 0 0,0 0 0,-1 0 0,0 1 0,-1-1 0,0 1 0,0 0 0,-7-11 0,3 9 0,0 0 0,-1 1 0,-1-1 0,1 2 0,-1-1 0,-1 2 0,-15-12 0,-14-2 0,0 1 0,-1 1 0,-84-25 0,97 35 0,-55-17 0,-2 4 0,0 3 0,-123-12 0,181 30 0,-264-19 0,244 21 0,1 2 0,0 2 0,0 2 0,-60 16 0,-27 8 0,-270 23 0,-131-43 0,327-12 0,148 3 0,-78-3 0,131 2 0,0-1 0,0 0 0,0-1 0,0 1 0,0-1 0,0-1 0,1 1 0,-1-1 0,1 0 0,0 0 0,0 0 0,0-1 0,0 1 0,0-2 0,1 1 0,0 0 0,0-1 0,0 1 0,0-1 0,1 0 0,0-1 0,-4-6 0,-4-13 0,0 0 0,2-1 0,-10-46 0,11 40 0,-10-34 0,-52-207 0,67 258 0,0 0 0,2 0 0,0-1 0,0 1 0,1 0 0,1 0 0,1 0 0,0-1 0,1 1 0,10-28 0,-6 23 0,2 1 0,0 1 0,1 0 0,1 0 0,1 1 0,0 0 0,21-21 0,-8 13 0,0 2 0,2 1 0,1 1 0,1 1 0,0 1 0,1 2 0,1 1 0,1 2 0,47-16 0,-52 23 0,0 1 0,0 1 0,44-2 0,85 6 0,-90 2 0,884 42 0,-523 1 0,12 1 0,-350-42 0,90-7 0,-148 1 0,-1-2 0,0 0 0,41-14 0,86-39 0,-45 15 0,-86 35 0,0-2 0,-1-1 0,-1-1 0,41-26 0,-57 33 0,-1 0 0,-1-1 0,1 0 0,-1-1 0,0 1 0,0-1 0,-1 0 0,0 0 0,0-1 0,-1 0 0,0 0 0,0 0 0,-1 0 0,0 0 0,0-1 0,-1 0 0,0 1 0,1-15 0,1-36 0,-3-1 0,-2 1 0,-3-1 0,-17-86 0,18 135 0,0 1 0,-1-1 0,-1 1 0,1 1 0,-2-1 0,1 1 0,-1 0 0,-1 0 0,0 0 0,0 1 0,0 0 0,-1 0 0,-1 1 0,1 0 0,-1 1 0,0 0 0,0 0 0,-1 1 0,0 0 0,0 0 0,-20-5 0,-525-91 26,-5 39-226,388 44-78,-1016-68 187,1151 85 130,20-1 13,0 1-1,0 1 1,0 1 0,0 0-1,0 1 1,0 1 0,-32 9 0,-21 14-7,-130 28 0,176-49-45,1-1 0,-1-2 0,-38 1 0,49-4 0,1 0 0,0 0 0,0-1 0,0-1 0,0 0 0,0-1 0,1 0 0,-20-10 0,14 5 0,-6-3 0,1 0 0,0-1 0,1-1 0,0-2 0,1 0 0,-33-34 0,47 42 0,1-1 0,-1 0 0,2 0 0,-1 0 0,1-1 0,1 1 0,0-1 0,0 0 0,1 0 0,-2-15 0,1-13 0,1-56 0,3 64 0,-1 2 0,2 1 0,1-1 0,1 1 0,1 0 0,2 0 0,1 1 0,14-36 0,-3 23 0,0 0 0,35-49 0,-50 83 0,1 0 0,-1 1 0,1-1 0,0 1 0,0 0 0,0 0 0,0 1 0,1-1 0,0 1 0,-1 1 0,1-1 0,0 1 0,10-3 0,13-2 0,50-6 0,-52 9 0,510-51 0,8 31 0,-330 16 0,-92 7 0,36-2 0,-122-2 0,57-13 0,17-3 0,-42 15 0,-27 3 0,57-12 0,139-41 0,195-39 0,-430 95 0,22-4 0,0-2 0,37-11 0,-54 13 0,0 1 0,0-1 0,0 0 0,-1-1 0,0 0 0,0 0 0,0 0 0,0-1 0,-1 0 0,0 0 0,6-10 0,14-24 0,-1 0 0,-3-2 0,-1-1 0,-2-1 0,-2 0 0,13-55 0,-15 26 0,-2 0 0,-3 0 0,-4-1 0,-4-101 0,-2 169 0,0 0 0,-1-1 0,0 1 0,0-1 0,0 1 0,-4-11 0,4 14 0,-1 0 0,1 0 0,-1 0 0,0 1 0,0-1 0,0 0 0,0 1 0,-1-1 0,1 1 0,-1 0 0,0 0 0,1 0 0,-1 0 0,-5-3 0,-9-3 0,-1 1 0,0 0 0,-1 1 0,-29-6 0,-82-6 0,99 15 0,-695-49 0,281 26 0,185 1 0,-131-7 0,293 33 0,0 5 0,-97 18 0,71-7 0,22-10 0,-161-9 0,236 1 0,-255-21 0,251 19 0,-11-3 0,0-2 0,0-1 0,1-3 0,0-1 0,1-2 0,1-2 0,1-1 0,0-2 0,-44-32 0,20 7 0,2-2 0,2-4 0,2-1 0,-62-77 0,104 112 0,2-1 0,0-1 0,1 0 0,0-1 0,2 0 0,1 0 0,0-1 0,1 0 0,2 0 0,0-1 0,-2-25 0,2-11 0,2 0 0,3-1 0,8-59 0,-7 106 0,2 0 0,0 0 0,0 1 0,1-1 0,0 1 0,1 0 0,0 0 0,1 0 0,0 1 0,1 0 0,0 0 0,0 0 0,1 1 0,12-11 0,-9 10 0,0 1 0,1 0 0,0 0 0,0 1 0,1 1 0,0 0 0,0 1 0,1 0 0,-1 1 0,1 0 0,26-4 0,49 0 0,164 6 0,-137 5 0,598-24 0,-391-15 0,125-6 0,59 11 0,-414 24 0,578-6 0,-426 16 0,-150-1 0,151-5 0,-207 1 0,0-2 0,0-2 0,-1-1 0,46-17 0,-22 5 0,-39 14 0,-1-2 0,0 0 0,39-21 0,-36 14 0,96-63 0,-105 66 0,-1 0 0,-1-1 0,0-1 0,-1 0 0,17-23 0,-26 31 0,0-1 0,-1 0 0,0 1 0,0-1 0,0 0 0,0-1 0,-1 1 0,-1 0 0,1-1 0,-1 1 0,0-1 0,-1 1 0,0-1 0,0 1 0,-1-1 0,-2-13 0,0 11 0,0-1 0,0 1 0,-1 0 0,0 0 0,-1 1 0,0-1 0,-1 1 0,1 0 0,-2 0 0,1 1 0,-11-10 0,-1-2 0,12 13 0,-1 1 0,1-1 0,-1 1 0,-11-8 0,-194-106 0,129 75 0,-114-79 0,177 110 0,0 1 0,-1 1 0,-1 1 0,-36-14 0,16 14 0,-1 1 0,0 2 0,-67-3 0,35 4 0,-444-25 0,241 20 0,61 0 0,-470-34 0,-141 28 0,560 20 0,-98-1 0,-413-3 0,553-11 0,-55 0 0,-1180 15 0,781-3 0,351-13 0,21 1 0,293 12 0,-1 0 0,1-2 0,-19-5 0,16 4 0,1 1 0,-23-2 0,-351-6 0,-594-5 0,744 17 0,-409-56 0,242 10 0,-20 39 0,240 9 0,-1922-3 0,1867-14 0,-7 0 0,-2240 15 0,2056 13 0,46-1 0,291-12 0,-533 22 0,580-18 0,-457 59 0,414-49 0,-55 11 0,125-21 0,0 2 0,1 1 0,0 1 0,-26 13 0,-9 10 0,2 3 0,1 1 0,2 4 0,-64 62 0,27-21 0,61-57 0,0 1 0,2 2 0,0 0 0,2 1 0,-21 33 0,-33 72 0,-63 144 0,121-236 0,-1-1 0,-3-1 0,0-1 0,-43 48 0,-132 125 0,131-142 0,21-21 0,-161 159 0,203-204 0,1 1 0,-1-1 0,0 0 0,0-1 0,-1 1 0,1-1 0,0 0 0,-1 0 0,1 0 0,-1-1 0,0 0 0,-9 1 0,-9-1 0,-43-3 0,30 0 0,-383 0 0,-414-22 0,-206-31 0,-98 36 0,1012 16 0,-122-11 0,85 1 0,-224 9 0,211 6 0,166-1 0,0-1 0,0 2 0,0-1 0,1 1 0,-1 1 0,1 0 0,-1 0 0,1 1 0,0 0 0,0 0 0,1 1 0,-14 10 0,-3 5 0,1 1 0,-34 40 0,-13 11 0,47-51 0,-121 117 0,126-117 0,1 1 0,0 1 0,2 0 0,-27 51 0,37-61 0,2 0 0,0 1 0,0-1 0,1 1 0,1-1 0,0 1 0,1 17 0,6 101 0,-4-115 0,3 10 0,0 1 0,2-1 0,1 1 0,1-2 0,11 27 0,67 125 0,-56-118 0,94 149 0,-33-60 0,-80-130 0,2 0 0,0-1 0,1-1 0,0 0 0,28 24 0,-2-8 0,56 35 0,-75-54 0,0 0 0,0-1 0,2-2 0,-1 0 0,48 15 0,-13-10 0,0-3 0,113 11 0,-169-24 0,0 0 0,0 0 0,-1 1 0,1-1 0,0 0 0,-1 0 0,1 0 0,0 0 0,0 0 0,-1 0 0,1 0 0,0-1 0,0 1 0,-1 0 0,1 0 0,0 0 0,-1-1 0,1 1 0,0 0 0,-1-1 0,1 1 0,-1-1 0,1 1 0,0-1 0,-1 1 0,1-1 0,-1 1 0,1-1 0,-1 1 0,0-1 0,1 1 0,-1-1 0,1 0 0,-1 1 0,0-1 0,0 0 0,1 0 0,-1 1 0,0-1 0,0 0 0,0 1 0,0-1 0,0 0 0,0 0 0,0 1 0,0-1 0,0 0 0,0 1 0,0-1 0,-1 0 0,1 0 0,0 1 0,0-1 0,-1 0 0,1 1 0,0-1 0,-1 0 0,-3-7 0,0 0 0,0 1 0,-11-13 0,-12-12 0,0 1 0,-3 1 0,0 2 0,-46-33 0,-148-87 0,42 29 0,145 96 0,26 16 0,20 13 0,273 167 0,-83-54 0,-86-51 0,123 83 0,-229-146 0,-1 0 0,0 1 0,0-1 0,0 1 0,0 0 0,-1 1 0,0 0 0,4 7 0,-7-11 0,-1-1 0,0 1 0,0 0 0,0 0 0,0 1 0,-1-1 0,1 0 0,-1 0 0,0 0 0,0 0 0,0 1 0,0-1 0,0 0 0,-1 0 0,1 0 0,-1 0 0,0 0 0,0 0 0,0 0 0,-1 0 0,1 0 0,-4 5 0,-2 2 0,-1 1 0,0-1 0,-1 0 0,0-1 0,0 0 0,-17 12 0,-71 41 0,68-44 0,-429 232 0,446-245 32,0-1-1,0 0 0,-22 3 0,-13 3-1521,32-4-5336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32:05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4 24575,'36'-2'0,"34"1"0,-66 1 0,0 0 0,1 0 0,-1 1 0,0 0 0,1 0 0,-1 0 0,0 1 0,0-1 0,0 1 0,0 0 0,7 5 0,-9-6 0,-1 1 0,1-1 0,0 1 0,-1 0 0,1-1 0,-1 1 0,0 0 0,1 0 0,-1 0 0,0 0 0,0 0 0,0 0 0,-1 0 0,1 1 0,0-1 0,-1 0 0,0 0 0,1 1 0,-1 2 0,0-1 0,-1-1 0,0 1 0,1 0 0,-1-1 0,-1 1 0,1-1 0,0 1 0,-1-1 0,0 0 0,-4 6 0,-2 2 0,0-1 0,-1 0 0,-1-1 0,0 0 0,-16 12 0,7-8 0,-1 0 0,0-1 0,-1-1 0,-38 14 0,41-16 0,18-9 0,0 0 0,0 0 0,0 0 0,0 0 0,0 0 0,0 1 0,0-1 0,0 0 0,0 0 0,-1 0 0,1 0 0,0 0 0,0 0 0,0 0 0,0 1 0,0-1 0,0 0 0,0 0 0,0 0 0,0 0 0,0 0 0,0 0 0,0 1 0,1-1 0,-1 0 0,0 0 0,0 0 0,0 0 0,0 0 0,0 0 0,0 0 0,0 0 0,0 1 0,0-1 0,0 0 0,0 0 0,0 0 0,0 0 0,1 0 0,-1 0 0,0 0 0,0 0 0,0 0 0,0 0 0,0 0 0,0 0 0,0 0 0,0 0 0,1 0 0,-1 0 0,0 1 0,0-1 0,0 0 0,0 0 0,0-1 0,0 1 0,1 0 0,-1 0 0,0 0 0,37 2 0,-34-1 0,55-3 0,-39 0 0,0 1 0,0 2 0,0-1 0,0 2 0,0 1 0,22 5 0,-38-7 0,0 0 0,-1 1 0,1-1 0,-1 1 0,1-1 0,-1 1 0,1 0 0,-1 0 0,0 0 0,0 0 0,0 0 0,0 1 0,-1-1 0,1 0 0,-1 1 0,1 0 0,-1-1 0,0 1 0,0 0 0,0-1 0,0 1 0,0 0 0,-1 0 0,1 3 0,0 9 0,0 0 0,-1 0 0,-3 25 0,1-14 0,2-13 0,-1-1 0,0 1 0,-1-1 0,-1 1 0,1-1 0,-2 0 0,0 0 0,-1 0 0,0-1 0,0 1 0,-1-1 0,-1 0 0,0-1 0,-11 14 0,-51 57 0,41-47 0,-40 39 0,59-64-116,2-3-23,1 0 0,-1 0 0,0 0 1,0-1-1,0 0 0,-1 0 0,0-1 1,-11 5-1,0-4-6687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32:06.7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24575,'0'5'0,"4"1"0,7 0 0,0 3 0,4 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31:30.35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158 80 24575,'7'-5'0,"0"0"0,0 1 0,1 0 0,-1 0 0,1 1 0,0 0 0,10-3 0,8-3 0,-9 1 0,2 2 0,-1 0 0,1 1 0,0 1 0,20-2 0,-33 5 0,0 1 0,-1 0 0,1 0 0,0 1 0,0 0 0,-1 0 0,1 0 0,-1 1 0,9 2 0,-11-2 0,0 0 0,0-1 0,0 1 0,-1 0 0,1 0 0,-1 1 0,1-1 0,-1 0 0,0 1 0,0-1 0,0 1 0,0 0 0,0 0 0,-1 0 0,1 0 0,-1 0 0,2 5 0,7 33 0,-1 1 0,-3 0 0,-1 0 0,-2 0 0,-2 0 0,-5 55 0,1-70 0,-1 1 0,-1 0 0,-2-1 0,-1 0 0,-1-1 0,-1 0 0,-1 0 0,-1-1 0,-2 0 0,0-1 0,-1-1 0,-2 0 0,0-1 0,-31 28 0,35-38 0,-2-1 0,0-1 0,0 0 0,-1-1 0,0-1 0,0 0 0,-32 9 0,41-15 0,1 0 0,-1 0 0,0-1 0,0 0 0,1 0 0,-1-1 0,0 0 0,0 0 0,0-1 0,0 1 0,-8-3 0,11 1 0,0 1 0,1-1 0,-1 1 0,0-1 0,1 0 0,-1 0 0,1-1 0,0 1 0,0-1 0,-1 0 0,2 0 0,-1 0 0,0 0 0,1 0 0,-1 0 0,1-1 0,0 1 0,0-1 0,0 0 0,-1-4 0,-1-6 0,0-1 0,0 0 0,1 0 0,1 0 0,1 0 0,0 0 0,1 0 0,1 0 0,0-1 0,1 1 0,0 0 0,1 0 0,1 1 0,1-1 0,0 1 0,0 0 0,2 0 0,0 0 0,0 1 0,1 0 0,1 0 0,0 1 0,1 0 0,19-18 0,-24 26 0,-1 1 0,1-1 0,-1 1 0,1 0 0,0 1 0,0-1 0,0 1 0,1 0 0,-1 0 0,0 1 0,1-1 0,-1 1 0,9 0 0,-5 1 0,-1 0 0,1 0 0,0 1 0,0 1 0,-1-1 0,1 1 0,14 6 0,0 2 0,-1 1 0,-1 1 0,0 1 0,0 1 0,20 18 0,-17-12 0,-11-8 0,1-1 0,0 0 0,22 11 0,-24-15 0,-1 1 0,21 16 0,4 3 0,22 21 0,-42-34 0,0-1 0,29 18 0,-4-7-1365,-24-15-5461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31:31.17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24575,'4'0'0,"2"4"0,0 6 0,-2 6 0,-1 5 0,-1-2-8191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0T07:56:03.00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2752 2414 24575,'0'1884'0,"-2"-1843"0,-10 55 0,6-55 0,-1 51 0,6 1265 0,3-623 0,-1-704 0,11 55 0,-6-52 0,1 44 0,-5 23 0,11 219 0,-4-81 0,-6-83 0,5-78 0,3-1 0,4 0 0,30 93 0,-18-73 0,18 117 0,-31-125 0,5-1 0,3-1 0,54 135 0,-25-62 0,-4-9 0,-25-90 0,46 100 0,-12-34 0,4 6 0,-5-25 0,90 150 0,-83-162 0,100 132 0,-77-115 0,2 2 0,-72-96 0,1-1 0,1-1 0,1 0 0,22 14 0,11 0 0,1-3 0,1-2 0,94 30 0,-49-18 0,-41-16 0,0-2 0,1-3 0,105 16 0,-129-26 0,43 12 0,-51-10 0,-1-2 0,1-1 0,43 3 0,27-9 0,-47 0 0,-1 2 0,64 9 0,-13 1 0,0-4 0,128-8 0,-85-1 0,-34 3 0,17 1 0,-1-6 0,128-19 0,-40-18-748,-72 1-4549,-90 23 5089,-1-3 1,-1-2-1,-1-2 1,61-42 0,-66 36 1398,-1-2 1,50-51 0,-6-11 1964,-47 48-3039,-2-3 0,56-99 0,81-207-117,-81 160 0,-30 58 0,69-228 0,7-155 0,-44 72 0,-70 325 0,-9 52 0,-3 1 0,5-129 0,-17 63 0,-3-138 0,0 255 0,0 0 0,-2 0 0,0 1 0,-1 0 0,0 0 0,-2 0 0,-11-19 0,10 18 0,6 14 0,0 0 0,0 0 0,0 0 0,-1 1 0,0-1 0,0 1 0,0 0 0,-1 0 0,1 0 0,-1 1 0,0-1 0,0 1 0,0 0 0,0 1 0,-1-1 0,1 1 0,-1 0 0,1 0 0,-13-1 0,-6-1 0,0 2 0,-1 1 0,-37 2 0,18 1 0,-389-20 0,275 10 0,3 0 0,-182-7 0,297 13 0,-54-8 0,-5-1 0,52 10 0,34 2 0,1-1 0,-1 0 0,0-1 0,1 0 0,-1-1 0,1 0 0,-1-1 0,1-1 0,-19-7 0,8-1 0,-36-12 0,-5-2 0,-121-74 0,91 51 0,63 33 0,-53-33 0,51 26 0,-125-98 0,157 120 0,-158-149 0,142 131 0,1 0 0,0-1 0,2-1 0,0 0 0,1-1 0,-15-37 0,15 18 0,2 0 0,2-1 0,-4-43 0,-11-56 0,13 85 0,-6-96 0,13 96 0,-20-99 0,-7 40 0,-31-156 0,8-13 0,11 70 0,16 68 0,-34-257 0,12 75 0,27 208 0,-11-196 0,33-171 0,1 26 0,-26 3 0,7 278 0,-75-604 0,87 746 0,3 7 0,-2 0 0,-1 1 0,-2 0 0,0 1 0,-2-1 0,-17-33 0,17 42 0,-1 1 0,-1 0 0,-1 0 0,-1 1 0,-1 1 0,0 0 0,-1 1 0,-1 1 0,0 0 0,-22-14 0,-27-11 0,-3 3 0,-86-35 0,-155-35 0,241 87 0,0 4 0,-1 2 0,-129-9 0,152 22 0,-702-43 0,510 19 0,-127-9 0,-36 34 0,189 3 0,-32 14 0,144-6 0,19 1 0,0 4 0,-128 40 0,117-27 0,-129 20 0,151-34 0,1 3 0,-133 52 0,196-67 0,-5 2 0,0 2 0,0-1 0,0 1 0,1 1 0,0 0 0,0 1 0,0 0 0,1 0 0,1 1 0,-1 0 0,1 1 0,1 0 0,0 1 0,0-1 0,1 2 0,1-1 0,0 1 0,0 0 0,1 0 0,1 0 0,0 1 0,0 0 0,-2 19 0,2-3 0,2 1 0,0-1 0,2 1 0,2 0 0,0-1 0,2 1 0,1-1 0,1 0 0,2 0 0,1-1 0,14 31 0,66 122 0,-74-156 0,2 0 0,0 0 0,2-2 0,37 37 0,-25-31 0,2 0 0,0-3 0,40 25 0,-12-15 0,205 112 0,-167-97 0,-3 4 0,157 119 0,-211-138 0,-42-35 0,0-1 0,0 0 0,0 0 0,1 1 0,-1-1 0,0 0 0,0 0 0,0 1 0,1-1 0,-1 0 0,0 0 0,0 0 0,1 0 0,-1 0 0,0 1 0,1-1 0,-1 0 0,0 0 0,0 0 0,1 0 0,-1 0 0,0 0 0,1 0 0,-1 0 0,0 0 0,1 0 0,-1 0 0,0 0 0,0 0 0,1 0 0,-1 0 0,0 0 0,1 0 0,-1-1 0,0 1 0,0 0 0,1 0 0,-1 0 0,0 0 0,1-1 0,4-14 0,-4-25 0,-4 19 0,-2 0 0,0 0 0,-1 1 0,-17-37 0,-46-79 0,41 86 0,-126-203 0,140 239 0,14 14 0,0 0 0,0 0 0,0 0 0,-1 0 0,1 0 0,0 0 0,0 0 0,0 0 0,-1 0 0,1 0 0,0 0 0,0 0 0,0 0 0,-1 0 0,1 1 0,0-1 0,0 0 0,0 0 0,0 0 0,-1 0 0,1 0 0,0 0 0,0 1 0,0-1 0,0 0 0,0 0 0,0 0 0,-1 0 0,1 1 0,0-1 0,0 0 0,0 0 0,0 0 0,0 1 0,0-1 0,0 0 0,0 0 0,0 0 0,0 1 0,0-1 0,0 0 0,0 1 0,0 3 0,0 0 0,0 0 0,1 0 0,-1 1 0,1-1 0,0 0 0,2 4 0,22 53 0,3-1 0,3-2 0,57 82 0,-45-75 0,-3 2 0,34 77 0,-70-134 0,0 0 0,0 0 0,-1 0 0,0 0 0,-1 0 0,1 12 0,-3-19 0,0-1 0,0 0 0,0 1 0,0-1 0,-1 0 0,1 1 0,-1-1 0,0 0 0,0 1 0,0-1 0,0 0 0,0 0 0,0 0 0,0 0 0,-1 0 0,1 0 0,-1 0 0,1-1 0,-1 1 0,0 0 0,0-1 0,0 1 0,0-1 0,0 0 0,0 0 0,0 0 0,0 0 0,0 0 0,0 0 0,-1 0 0,1-1 0,0 1 0,-3-1 0,-124 16 0,-41 18-1365,131-30-5461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228642-7FC8-A8EC-6EBB-8FA9E2045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87C2CCF-647F-65B4-788C-F42C39CC50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3F1979-16B5-7A77-8AD1-49FFA7DD3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8C2A5B-AFB4-6A4B-1E65-A602E745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653537-8060-D7F6-4254-5DFF8637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6507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C7256B-660F-6602-079F-18F9CE955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2BDD8A9-87F0-933F-40A7-7B2602E0B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E2069E-3C62-BC38-434F-DEDF0669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F642CFC-7D18-5CA5-AAFF-BAD963E41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188BCC-9874-15F3-7452-782FBCA02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144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DAAF2-36D7-04C9-20A0-40DF57B77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B75671A-2AB0-B22F-DFD3-BC70BBB61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D454F6-6864-F01A-59CD-6DC055D02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2D52335-4726-C998-4A25-1A7F2DD2E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0B0E2C-0781-BC65-D944-DB0054E48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74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CE60D8-8340-E2FE-A240-BACC9E767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044FAD-EAC0-1612-C10D-01A0EC3A7A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23D3D66-C486-51E2-7D12-8DF95F179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25DD27A-DD27-DA00-7902-AC2493AE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69014D-AFC4-D38A-8D56-337A6C6B2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D45746-0F21-6542-CB2A-94F95B32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716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C386DA-F374-AC39-B680-B5150B39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036C696-7D48-7064-3E34-8A4D84B84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C5F58D-7C77-322B-3FC1-6C398020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7F4C8DD-5557-8D95-32DC-242C88A6BD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A628F33-D177-0326-53FC-FA38D774FD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73E842-B880-A9B5-55FD-FB28B4F62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6B40FD-C83E-C91F-B265-F38688152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93F9C55-2ADF-C66C-90F5-B565DE8D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020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FA7337-C774-AB27-A29E-DC6B3195D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8FD2147-1113-D9F6-AC25-AACC9184C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C81EE7-ED2D-295A-9F8C-B69A61594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FC0BD8-9ADB-2983-B1D6-84D5AE8C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55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E30F05-E431-5623-642B-FB49F00A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4D25047-9BC0-9F4A-D2C9-E97270AB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55831B-0F3F-57C3-6CE8-AC817C014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4969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F3AA00-1F70-EE85-2C5B-93494A1D2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30831B-7C8F-F6A9-47C3-97EEBC3FC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CF4460D-44EE-5D4B-8B7B-114FFD2E3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C7C66E-9310-999E-0CF1-F75739880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B3A2985-3DE8-D584-845A-F425D609C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E74ED4-132A-860D-3B24-B2788FAE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5786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38A542-A2B8-3150-2112-263572FDD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4FD1D49-657C-3421-BE14-54B6570ECF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1894136-C5F5-FACB-9879-6A5DF7B68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2516AF4-CC25-3DCC-E956-A127770E0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D8040A5-9DCB-B314-2BF8-BCD7FDB3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2C43B0-8F58-50CF-8B13-A952E831D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4024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1FBDBD-6499-C73C-6B74-2353F816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36A300C-5973-6191-95AC-C4C3FE568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B3AFDE-16B4-7D61-6E8C-B56FD378B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8769EB-725C-EBD6-24F3-E771DEB9C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61F2714-90A0-A3E1-2C3D-845D7CAEB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345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868A5F7B-B891-91A1-14A3-BB6624B3A8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0C9F362-AE29-74BC-BF79-55D0D8347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920EA9-EE76-9199-2E06-69470970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65883A-BF26-80AE-195E-F1FD36368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E472A-8C58-3591-6BD9-25B5C3EF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010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AA55F5E-AAF7-CC33-DD5B-6BA4C1FD7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6DF9737-A55D-A693-BF96-7D7E954F6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A5E553-E9C6-EDAA-6235-7D7B390505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145A9F-A5A7-4461-9B54-B58F4F508FD5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673AA7-8279-48BD-7551-A77D8B2DF3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0AE7CF-E8BE-3994-9F90-43EBA4D77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46B78-C96F-4909-AB64-3D6BF101A6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6948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ustomXml" Target="../ink/ink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10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customXml" Target="../ink/ink9.xml"/><Relationship Id="rId5" Type="http://schemas.openxmlformats.org/officeDocument/2006/relationships/customXml" Target="../ink/ink6.xml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customXml" Target="../ink/ink8.xml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6FA1A-EDD2-6F43-5A34-2CDE4E2EE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D294B280-56CE-F8F6-9AE6-13FF9F8BA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598"/>
            <a:ext cx="12192000" cy="532880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00212BA8-2683-E4BC-4578-57FA42372DB6}"/>
              </a:ext>
            </a:extLst>
          </p:cNvPr>
          <p:cNvSpPr txBox="1"/>
          <p:nvPr/>
        </p:nvSpPr>
        <p:spPr>
          <a:xfrm>
            <a:off x="413276" y="283461"/>
            <a:ext cx="1997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mode CPU_WREG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581F4435-B074-767C-D399-B3F349942487}"/>
                  </a:ext>
                </a:extLst>
              </p14:cNvPr>
              <p14:cNvContentPartPr/>
              <p14:nvPr/>
            </p14:nvContentPartPr>
            <p14:xfrm>
              <a:off x="1509392" y="1182923"/>
              <a:ext cx="3343320" cy="4183920"/>
            </p14:xfrm>
          </p:contentPart>
        </mc:Choice>
        <mc:Fallback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581F4435-B074-767C-D399-B3F34994248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91752" y="1165283"/>
                <a:ext cx="3378960" cy="421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5760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E4F0A-D8B5-A405-5ECF-1CC3B228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A762512B-A574-8434-6305-BCD9CDFF9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598"/>
            <a:ext cx="12192000" cy="5328803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6B26F1E-1D94-F696-704E-FAD4B51B41A6}"/>
              </a:ext>
            </a:extLst>
          </p:cNvPr>
          <p:cNvSpPr txBox="1"/>
          <p:nvPr/>
        </p:nvSpPr>
        <p:spPr>
          <a:xfrm>
            <a:off x="413276" y="283461"/>
            <a:ext cx="1931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mode CPU_RREG</a:t>
            </a:r>
            <a:endParaRPr lang="zh-TW" altLang="en-US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DFE10A26-D285-7008-71AE-9459E10CE889}"/>
              </a:ext>
            </a:extLst>
          </p:cNvPr>
          <p:cNvGrpSpPr/>
          <p:nvPr/>
        </p:nvGrpSpPr>
        <p:grpSpPr>
          <a:xfrm>
            <a:off x="1370792" y="1118843"/>
            <a:ext cx="3463200" cy="4191120"/>
            <a:chOff x="1370792" y="1118843"/>
            <a:chExt cx="3463200" cy="419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筆跡 5">
                  <a:extLst>
                    <a:ext uri="{FF2B5EF4-FFF2-40B4-BE49-F238E27FC236}">
                      <a16:creationId xmlns:a16="http://schemas.microsoft.com/office/drawing/2014/main" id="{747B93D3-BF72-1995-317A-F1F31CB26680}"/>
                    </a:ext>
                  </a:extLst>
                </p14:cNvPr>
                <p14:cNvContentPartPr/>
                <p14:nvPr/>
              </p14:nvContentPartPr>
              <p14:xfrm>
                <a:off x="1370792" y="1118843"/>
                <a:ext cx="3463200" cy="4191120"/>
              </p14:xfrm>
            </p:contentPart>
          </mc:Choice>
          <mc:Fallback>
            <p:pic>
              <p:nvPicPr>
                <p:cNvPr id="6" name="筆跡 5">
                  <a:extLst>
                    <a:ext uri="{FF2B5EF4-FFF2-40B4-BE49-F238E27FC236}">
                      <a16:creationId xmlns:a16="http://schemas.microsoft.com/office/drawing/2014/main" id="{747B93D3-BF72-1995-317A-F1F31CB2668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352792" y="1100843"/>
                  <a:ext cx="3498840" cy="42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163B1939-D432-9BBC-851B-E1D2FE96FEEA}"/>
                    </a:ext>
                  </a:extLst>
                </p14:cNvPr>
                <p14:cNvContentPartPr/>
                <p14:nvPr/>
              </p14:nvContentPartPr>
              <p14:xfrm>
                <a:off x="2213912" y="1931363"/>
                <a:ext cx="240480" cy="10944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163B1939-D432-9BBC-851B-E1D2FE96FEE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195912" y="1913723"/>
                  <a:ext cx="27612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E17ABFDE-844E-A7F0-613D-92DD6F072885}"/>
                  </a:ext>
                </a:extLst>
              </p14:cNvPr>
              <p14:cNvContentPartPr/>
              <p14:nvPr/>
            </p14:nvContentPartPr>
            <p14:xfrm>
              <a:off x="1201592" y="857843"/>
              <a:ext cx="5405400" cy="4712760"/>
            </p14:xfrm>
          </p:contentPart>
        </mc:Choice>
        <mc:Fallback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E17ABFDE-844E-A7F0-613D-92DD6F0728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83592" y="840203"/>
                <a:ext cx="5441040" cy="474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8536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64896-3B46-B1BD-AFF7-18F7B9950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67AF7CF-6A76-C5F3-38B7-62F0F0F82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598"/>
            <a:ext cx="12192000" cy="532880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30FDAE8-1384-EE0D-D5DD-5AD6DF12745A}"/>
              </a:ext>
            </a:extLst>
          </p:cNvPr>
          <p:cNvSpPr txBox="1"/>
          <p:nvPr/>
        </p:nvSpPr>
        <p:spPr>
          <a:xfrm>
            <a:off x="413276" y="283461"/>
            <a:ext cx="1175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mode HW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1958F40E-AD0C-8BD9-0E96-02CEE343CC62}"/>
              </a:ext>
            </a:extLst>
          </p:cNvPr>
          <p:cNvSpPr txBox="1"/>
          <p:nvPr/>
        </p:nvSpPr>
        <p:spPr>
          <a:xfrm>
            <a:off x="413276" y="6205207"/>
            <a:ext cx="3840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 等</a:t>
            </a:r>
            <a:r>
              <a:rPr lang="en-US" altLang="zh-TW" dirty="0"/>
              <a:t>INT1 (DRDY</a:t>
            </a:r>
            <a:r>
              <a:rPr lang="zh-TW" altLang="en-US" dirty="0"/>
              <a:t> </a:t>
            </a:r>
            <a:r>
              <a:rPr lang="en-US" altLang="zh-TW" dirty="0"/>
              <a:t>)</a:t>
            </a:r>
            <a:r>
              <a:rPr lang="zh-TW" altLang="en-US" dirty="0"/>
              <a:t>訊號來時才進入</a:t>
            </a:r>
            <a:r>
              <a:rPr lang="en-US" altLang="zh-TW" dirty="0"/>
              <a:t>SM</a:t>
            </a:r>
            <a:endParaRPr lang="zh-TW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D3C8B700-ABBB-4CD4-895B-51022BD43C3F}"/>
                  </a:ext>
                </a:extLst>
              </p14:cNvPr>
              <p14:cNvContentPartPr/>
              <p14:nvPr/>
            </p14:nvContentPartPr>
            <p14:xfrm>
              <a:off x="1219952" y="568403"/>
              <a:ext cx="10081080" cy="5375880"/>
            </p14:xfrm>
          </p:contentPart>
        </mc:Choice>
        <mc:Fallback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D3C8B700-ABBB-4CD4-895B-51022BD43C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2312" y="550763"/>
                <a:ext cx="10116720" cy="541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60CF57E5-93E7-6562-AB66-ACDCB341BBD3}"/>
              </a:ext>
            </a:extLst>
          </p:cNvPr>
          <p:cNvGrpSpPr/>
          <p:nvPr/>
        </p:nvGrpSpPr>
        <p:grpSpPr>
          <a:xfrm>
            <a:off x="3452312" y="204083"/>
            <a:ext cx="229320" cy="323280"/>
            <a:chOff x="3452312" y="204083"/>
            <a:chExt cx="229320" cy="32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2" name="筆跡 11">
                  <a:extLst>
                    <a:ext uri="{FF2B5EF4-FFF2-40B4-BE49-F238E27FC236}">
                      <a16:creationId xmlns:a16="http://schemas.microsoft.com/office/drawing/2014/main" id="{7A15F7FF-D7B1-3677-E53A-0C07BA236EF5}"/>
                    </a:ext>
                  </a:extLst>
                </p14:cNvPr>
                <p14:cNvContentPartPr/>
                <p14:nvPr/>
              </p14:nvContentPartPr>
              <p14:xfrm>
                <a:off x="3452312" y="204083"/>
                <a:ext cx="124200" cy="319680"/>
              </p14:xfrm>
            </p:contentPart>
          </mc:Choice>
          <mc:Fallback>
            <p:pic>
              <p:nvPicPr>
                <p:cNvPr id="12" name="筆跡 11">
                  <a:extLst>
                    <a:ext uri="{FF2B5EF4-FFF2-40B4-BE49-F238E27FC236}">
                      <a16:creationId xmlns:a16="http://schemas.microsoft.com/office/drawing/2014/main" id="{7A15F7FF-D7B1-3677-E53A-0C07BA236EF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434672" y="186443"/>
                  <a:ext cx="159840" cy="3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3" name="筆跡 12">
                  <a:extLst>
                    <a:ext uri="{FF2B5EF4-FFF2-40B4-BE49-F238E27FC236}">
                      <a16:creationId xmlns:a16="http://schemas.microsoft.com/office/drawing/2014/main" id="{11269128-BA62-2157-6F83-B0E20CF0BFBD}"/>
                    </a:ext>
                  </a:extLst>
                </p14:cNvPr>
                <p14:cNvContentPartPr/>
                <p14:nvPr/>
              </p14:nvContentPartPr>
              <p14:xfrm>
                <a:off x="3666512" y="512963"/>
                <a:ext cx="15120" cy="14400"/>
              </p14:xfrm>
            </p:contentPart>
          </mc:Choice>
          <mc:Fallback>
            <p:pic>
              <p:nvPicPr>
                <p:cNvPr id="13" name="筆跡 12">
                  <a:extLst>
                    <a:ext uri="{FF2B5EF4-FFF2-40B4-BE49-F238E27FC236}">
                      <a16:creationId xmlns:a16="http://schemas.microsoft.com/office/drawing/2014/main" id="{11269128-BA62-2157-6F83-B0E20CF0BFB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648872" y="494963"/>
                  <a:ext cx="50760" cy="5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15E2FD4D-27DE-6072-25F6-6599E4DDBCA1}"/>
              </a:ext>
            </a:extLst>
          </p:cNvPr>
          <p:cNvGrpSpPr/>
          <p:nvPr/>
        </p:nvGrpSpPr>
        <p:grpSpPr>
          <a:xfrm>
            <a:off x="1593992" y="913643"/>
            <a:ext cx="3016440" cy="4340520"/>
            <a:chOff x="1593992" y="913643"/>
            <a:chExt cx="3016440" cy="4340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筆跡 6">
                  <a:extLst>
                    <a:ext uri="{FF2B5EF4-FFF2-40B4-BE49-F238E27FC236}">
                      <a16:creationId xmlns:a16="http://schemas.microsoft.com/office/drawing/2014/main" id="{AB0FE4DD-95D2-2E61-C03B-54B56597DC97}"/>
                    </a:ext>
                  </a:extLst>
                </p14:cNvPr>
                <p14:cNvContentPartPr/>
                <p14:nvPr/>
              </p14:nvContentPartPr>
              <p14:xfrm>
                <a:off x="2499752" y="913643"/>
                <a:ext cx="292320" cy="327240"/>
              </p14:xfrm>
            </p:contentPart>
          </mc:Choice>
          <mc:Fallback>
            <p:pic>
              <p:nvPicPr>
                <p:cNvPr id="7" name="筆跡 6">
                  <a:extLst>
                    <a:ext uri="{FF2B5EF4-FFF2-40B4-BE49-F238E27FC236}">
                      <a16:creationId xmlns:a16="http://schemas.microsoft.com/office/drawing/2014/main" id="{AB0FE4DD-95D2-2E61-C03B-54B56597DC9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82112" y="896003"/>
                  <a:ext cx="32796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筆跡 8">
                  <a:extLst>
                    <a:ext uri="{FF2B5EF4-FFF2-40B4-BE49-F238E27FC236}">
                      <a16:creationId xmlns:a16="http://schemas.microsoft.com/office/drawing/2014/main" id="{854AE819-A7F9-225F-D863-5B2B5CCE9698}"/>
                    </a:ext>
                  </a:extLst>
                </p14:cNvPr>
                <p14:cNvContentPartPr/>
                <p14:nvPr/>
              </p14:nvContentPartPr>
              <p14:xfrm>
                <a:off x="2873432" y="1175363"/>
                <a:ext cx="9360" cy="25560"/>
              </p14:xfrm>
            </p:contentPart>
          </mc:Choice>
          <mc:Fallback>
            <p:pic>
              <p:nvPicPr>
                <p:cNvPr id="9" name="筆跡 8">
                  <a:extLst>
                    <a:ext uri="{FF2B5EF4-FFF2-40B4-BE49-F238E27FC236}">
                      <a16:creationId xmlns:a16="http://schemas.microsoft.com/office/drawing/2014/main" id="{854AE819-A7F9-225F-D863-5B2B5CCE969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55792" y="1157723"/>
                  <a:ext cx="450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筆跡 14">
                  <a:extLst>
                    <a:ext uri="{FF2B5EF4-FFF2-40B4-BE49-F238E27FC236}">
                      <a16:creationId xmlns:a16="http://schemas.microsoft.com/office/drawing/2014/main" id="{37A5D083-19A5-B8B7-209B-1DF2846410DC}"/>
                    </a:ext>
                  </a:extLst>
                </p14:cNvPr>
                <p14:cNvContentPartPr/>
                <p14:nvPr/>
              </p14:nvContentPartPr>
              <p14:xfrm>
                <a:off x="1593992" y="1286603"/>
                <a:ext cx="3016440" cy="3967560"/>
              </p14:xfrm>
            </p:contentPart>
          </mc:Choice>
          <mc:Fallback>
            <p:pic>
              <p:nvPicPr>
                <p:cNvPr id="15" name="筆跡 14">
                  <a:extLst>
                    <a:ext uri="{FF2B5EF4-FFF2-40B4-BE49-F238E27FC236}">
                      <a16:creationId xmlns:a16="http://schemas.microsoft.com/office/drawing/2014/main" id="{37A5D083-19A5-B8B7-209B-1DF2846410D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575992" y="1268963"/>
                  <a:ext cx="3052080" cy="400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8755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877F8-AFF8-AC37-984D-B34F7C0C4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0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</TotalTime>
  <Words>23</Words>
  <Application>Microsoft Office PowerPoint</Application>
  <PresentationFormat>寬螢幕</PresentationFormat>
  <Paragraphs>4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博文 蕭</dc:creator>
  <cp:lastModifiedBy>Adam Shiau</cp:lastModifiedBy>
  <cp:revision>24</cp:revision>
  <dcterms:created xsi:type="dcterms:W3CDTF">2025-02-28T15:54:43Z</dcterms:created>
  <dcterms:modified xsi:type="dcterms:W3CDTF">2025-12-10T07:56:05Z</dcterms:modified>
</cp:coreProperties>
</file>