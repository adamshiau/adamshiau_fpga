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62" r:id="rId5"/>
    <p:sldId id="265" r:id="rId6"/>
    <p:sldId id="263" r:id="rId7"/>
    <p:sldId id="258" r:id="rId8"/>
    <p:sldId id="261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CEF5A2-FFC7-E762-6FC9-850AD9FA7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C16A108-B0CE-4AE8-F266-F482E3995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5D1F87-1E44-33B1-0F58-BED2D3A1A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EA1F-7C1B-45EA-B00C-1A924196F87A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0626F0-FBF2-7F06-8128-47220C62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0E95AE-F438-9CE0-1AB0-70BD7590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FAB9B-CF7D-484B-BCFF-28502918EC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4687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5C41E9-4C23-CD38-0735-D2CC2E196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A19AE7-6FF0-0F07-6BFB-C83B08499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26207B-3FB9-FFD4-416A-90ACEF4CE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EA1F-7C1B-45EA-B00C-1A924196F87A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572E2-DA95-C3AB-48A9-F256CF4A4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00E809-D443-7B95-1934-A1E5B571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FAB9B-CF7D-484B-BCFF-28502918EC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334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FF92F5-A43F-D572-4763-80910A318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377DBCB-F373-C171-C22F-00377DB74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649F51-EB54-02E6-29CE-E6BE02CD9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EA1F-7C1B-45EA-B00C-1A924196F87A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0D1C7B-C374-9B8F-61DE-36693391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3B6807-0A72-E1C8-CD77-41EBAF743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FAB9B-CF7D-484B-BCFF-28502918EC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390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DD781D-2250-0258-8E6F-512991EF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1DBC2B-C88A-639D-E1E1-A71AE6AA1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2CB4ED-EAD8-198F-C520-92D86F0E6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DC8DC2-1F73-B8FA-CFFA-9E02365F5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EA1F-7C1B-45EA-B00C-1A924196F87A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62DCE9-5F50-70A2-93E0-6E1EE02AF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4BB7E5-15D4-5FE4-9AF7-E3556F76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FAB9B-CF7D-484B-BCFF-28502918EC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3086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59667B-F9FB-E056-96AD-AD24E8B74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3B1E1B-533C-002A-52C1-AB2D9E787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A9A90D6-846B-37AB-C7D2-297A1D5C4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D1E6D66-A643-8A05-974C-FC0B463BF8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773C18E-A79B-2454-23F8-0AB31504A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05E723-8C22-69F8-5742-59CB4F01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EA1F-7C1B-45EA-B00C-1A924196F87A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83968AE-C93E-ADAB-2FDD-548F24A00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6683BAD-7F8C-0B2E-3374-CAAAC794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FAB9B-CF7D-484B-BCFF-28502918EC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120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8D5A29-50B1-AD0C-3797-6EB402CB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630CB84-2CC3-24DA-43AB-193E8289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EA1F-7C1B-45EA-B00C-1A924196F87A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1A17F28-7085-2A02-8067-06B65EDD7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E512606-8A86-793D-7669-8113000FF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FAB9B-CF7D-484B-BCFF-28502918EC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4034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A5DD66B-DA2A-83B3-BB0D-CEDB77E5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EA1F-7C1B-45EA-B00C-1A924196F87A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AAFA4A1-FCA4-4284-48CE-F747300C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D4DC40-FE5E-9563-0872-E1260F88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FAB9B-CF7D-484B-BCFF-28502918EC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378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5D7650-5E0D-06C4-9D89-E5D8D5D49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AC406A-34EB-9DF0-8F21-0D2D4ECE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FE51E38-0A45-B904-1A0D-A70C1B7FC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1E0BA06-81E9-C2E9-DD0D-CC831084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EA1F-7C1B-45EA-B00C-1A924196F87A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69B94B-3E6A-E3A5-A253-54E1CE92D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39286B4-2902-BD6A-CF26-FE76E4EEA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FAB9B-CF7D-484B-BCFF-28502918EC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284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28EC85-0E3F-D121-6A7A-7ED53B86C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0D5A0B6-7B22-C7CC-97CE-01A96385B1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6CDBC74-228A-8B7B-40BD-33D9F7527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DC866C8-10FD-76EA-7BC9-67B161214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EA1F-7C1B-45EA-B00C-1A924196F87A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0F8BC1-282E-980C-BEDF-BC372AB95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24C345-7388-E566-76F5-F7853C99E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FAB9B-CF7D-484B-BCFF-28502918EC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6339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DBCDCE-01F3-278E-082B-2B7D508BB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E94D0F-575B-009B-F3D7-B6DD16F64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474739-3409-D9FB-E66B-FAA60AFC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EA1F-7C1B-45EA-B00C-1A924196F87A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C84566-48BA-C235-B63C-1F6E1524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191A12-FAE7-2E0E-BB64-836B0BFF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FAB9B-CF7D-484B-BCFF-28502918EC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122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FD9A880-C411-E379-E861-D78816A64B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FDE8B0B-0C58-ACD6-9D36-6A9816104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19A2AF-F1DD-521A-0FEC-A3CEBB43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EEA1F-7C1B-45EA-B00C-1A924196F87A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359F21-600A-2EAF-D88D-5BF0EDEDF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AE31DD-E8C1-A8DB-F672-D484BF22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FAB9B-CF7D-484B-BCFF-28502918EC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8788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3654488-5575-BF03-B47D-1BE9AFBB6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B09781-D810-F68A-299B-A43D069FA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7EBEBE-9EE9-A67D-A0D4-32B5972B89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AEEA1F-7C1B-45EA-B00C-1A924196F87A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688789-746D-CE61-FE4A-DBED5CA62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40375C-9037-A8D0-5380-03CDCE36C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FAB9B-CF7D-484B-BCFF-28502918EC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288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D2407-8E88-84C8-EB58-FD594EB45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EF85A62-DE84-B5BF-54E1-60651CBA7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13" y="123365"/>
            <a:ext cx="3753374" cy="64779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FFEEF08-18D3-27E1-444C-58019AD28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13" y="1203871"/>
            <a:ext cx="7744906" cy="303889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B3D3395-D82F-70B5-43FE-D33227477C5B}"/>
              </a:ext>
            </a:extLst>
          </p:cNvPr>
          <p:cNvSpPr txBox="1"/>
          <p:nvPr/>
        </p:nvSpPr>
        <p:spPr>
          <a:xfrm>
            <a:off x="586409" y="4601817"/>
            <a:ext cx="46410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只能設定 </a:t>
            </a:r>
            <a:r>
              <a:rPr lang="en-US" altLang="zh-TW" dirty="0"/>
              <a:t>LPF1</a:t>
            </a:r>
            <a:r>
              <a:rPr lang="zh-TW" altLang="en-US" dirty="0"/>
              <a:t>，</a:t>
            </a:r>
            <a:r>
              <a:rPr lang="en-US" altLang="zh-TW" dirty="0"/>
              <a:t>LPF2 </a:t>
            </a:r>
            <a:r>
              <a:rPr lang="zh-TW" altLang="en-US" dirty="0"/>
              <a:t>固定為 </a:t>
            </a:r>
            <a:r>
              <a:rPr lang="en-US" altLang="zh-TW" dirty="0"/>
              <a:t>ODR</a:t>
            </a:r>
            <a:r>
              <a:rPr lang="zh-TW" altLang="en-US" dirty="0"/>
              <a:t> 的 一半。</a:t>
            </a:r>
            <a:endParaRPr lang="en-US" altLang="zh-TW" dirty="0"/>
          </a:p>
          <a:p>
            <a:r>
              <a:rPr lang="zh-TW" altLang="en-US" dirty="0"/>
              <a:t>若</a:t>
            </a:r>
            <a:r>
              <a:rPr lang="en-US" altLang="zh-TW" dirty="0"/>
              <a:t>LPF1</a:t>
            </a:r>
            <a:r>
              <a:rPr lang="zh-TW" altLang="en-US" dirty="0"/>
              <a:t> </a:t>
            </a:r>
            <a:r>
              <a:rPr lang="en-US" altLang="zh-TW" dirty="0"/>
              <a:t>&lt;</a:t>
            </a:r>
            <a:r>
              <a:rPr lang="zh-TW" altLang="en-US" dirty="0"/>
              <a:t> </a:t>
            </a:r>
            <a:r>
              <a:rPr lang="en-US" altLang="zh-TW" dirty="0"/>
              <a:t>LPF2</a:t>
            </a:r>
            <a:r>
              <a:rPr lang="zh-TW" altLang="en-US" dirty="0"/>
              <a:t>，最終頻寬以 </a:t>
            </a:r>
            <a:r>
              <a:rPr lang="en-US" altLang="zh-TW" dirty="0"/>
              <a:t>LPF1 </a:t>
            </a:r>
            <a:r>
              <a:rPr lang="zh-TW" altLang="en-US" dirty="0"/>
              <a:t>決定</a:t>
            </a:r>
          </a:p>
        </p:txBody>
      </p:sp>
    </p:spTree>
    <p:extLst>
      <p:ext uri="{BB962C8B-B14F-4D97-AF65-F5344CB8AC3E}">
        <p14:creationId xmlns:p14="http://schemas.microsoft.com/office/powerpoint/2010/main" val="1843915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FC4DADC-1A2A-DB5A-B484-8F6D4F2802DC}"/>
              </a:ext>
            </a:extLst>
          </p:cNvPr>
          <p:cNvSpPr txBox="1"/>
          <p:nvPr/>
        </p:nvSpPr>
        <p:spPr>
          <a:xfrm>
            <a:off x="489527" y="350982"/>
            <a:ext cx="1258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Gyro LPF1: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50AD226-955D-7D56-761E-0E154968C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31" y="853295"/>
            <a:ext cx="3210373" cy="82879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FF09546-0A3A-63C8-1BD6-ABE7FBA45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935" y="144284"/>
            <a:ext cx="8888065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315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E1D25-CBEC-2D11-B71E-3F3CAB6CD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D2A0B56D-8AB8-66B8-AB72-6ABE7446D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82" y="2343983"/>
            <a:ext cx="9926435" cy="290553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7388510E-C4C6-F3F3-7C7E-278D8FFC173A}"/>
              </a:ext>
            </a:extLst>
          </p:cNvPr>
          <p:cNvSpPr txBox="1"/>
          <p:nvPr/>
        </p:nvSpPr>
        <p:spPr>
          <a:xfrm>
            <a:off x="1311965" y="725557"/>
            <a:ext cx="4068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根據設定的</a:t>
            </a:r>
            <a:r>
              <a:rPr lang="en-US" altLang="zh-TW" dirty="0"/>
              <a:t>ODR</a:t>
            </a:r>
            <a:r>
              <a:rPr lang="zh-TW" altLang="en-US" dirty="0"/>
              <a:t>，可以調整 </a:t>
            </a:r>
            <a:r>
              <a:rPr lang="en-US" altLang="zh-TW" dirty="0"/>
              <a:t>bandwidth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4132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2EC2D66-1582-483F-ED57-C2E7048BE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993" y="2069751"/>
            <a:ext cx="9050013" cy="401058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5DE48F4-0EF0-3024-E101-48ED052857B8}"/>
              </a:ext>
            </a:extLst>
          </p:cNvPr>
          <p:cNvSpPr txBox="1"/>
          <p:nvPr/>
        </p:nvSpPr>
        <p:spPr>
          <a:xfrm>
            <a:off x="1822390" y="869422"/>
            <a:ext cx="87986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The digital LPF2 filter </a:t>
            </a:r>
          </a:p>
          <a:p>
            <a:r>
              <a:rPr lang="zh-TW" altLang="en-US" dirty="0"/>
              <a:t>cannot be configured by the user and its cutoff frequency depends on the selected gyroscope ODR, as indicated </a:t>
            </a:r>
          </a:p>
          <a:p>
            <a:r>
              <a:rPr lang="zh-TW" altLang="en-US" dirty="0"/>
              <a:t>in the following table.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4B22D01-B5C2-1C58-960B-A7AEB76B8E1A}"/>
              </a:ext>
            </a:extLst>
          </p:cNvPr>
          <p:cNvSpPr txBox="1"/>
          <p:nvPr/>
        </p:nvSpPr>
        <p:spPr>
          <a:xfrm>
            <a:off x="489527" y="350982"/>
            <a:ext cx="1258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Gyro LPF2: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98653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2C0C1-4779-E5DB-DDB6-1C79BB80C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288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A3DF63B4-F313-2795-B289-923B88565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65" y="285662"/>
            <a:ext cx="7506748" cy="12574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5E09EE1-6EC4-14A8-0006-2A460EAE5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72" y="1718089"/>
            <a:ext cx="6563641" cy="249589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608EC10-7B0F-01C4-8707-D5058ACD5B11}"/>
              </a:ext>
            </a:extLst>
          </p:cNvPr>
          <p:cNvSpPr txBox="1"/>
          <p:nvPr/>
        </p:nvSpPr>
        <p:spPr>
          <a:xfrm>
            <a:off x="1162878" y="4213987"/>
            <a:ext cx="101805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LPF1</a:t>
            </a:r>
            <a:r>
              <a:rPr lang="zh-TW" altLang="en-US" dirty="0"/>
              <a:t>之</a:t>
            </a:r>
            <a:r>
              <a:rPr lang="en-US" altLang="zh-TW" dirty="0"/>
              <a:t>BW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 err="1"/>
              <a:t>odr</a:t>
            </a:r>
            <a:r>
              <a:rPr lang="en-US" altLang="zh-TW" dirty="0"/>
              <a:t>/2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若 </a:t>
            </a:r>
            <a:r>
              <a:rPr lang="en-US" altLang="zh-TW" dirty="0"/>
              <a:t>CTRL1_XL</a:t>
            </a:r>
            <a:r>
              <a:rPr lang="zh-TW" altLang="en-US" dirty="0"/>
              <a:t> 的</a:t>
            </a:r>
            <a:r>
              <a:rPr lang="en-US" altLang="zh-TW" b="1" dirty="0"/>
              <a:t>LPF2_XL_EN</a:t>
            </a:r>
            <a:r>
              <a:rPr lang="zh-TW" altLang="en-US" dirty="0"/>
              <a:t>啟用，</a:t>
            </a:r>
            <a:r>
              <a:rPr lang="zh-TW" altLang="en-US" u="sng" dirty="0"/>
              <a:t>則啟用複合式濾波器</a:t>
            </a:r>
            <a:r>
              <a:rPr lang="zh-TW" altLang="en-US" dirty="0"/>
              <a:t>，否則 </a:t>
            </a:r>
            <a:r>
              <a:rPr lang="en-US" altLang="zh-TW" dirty="0"/>
              <a:t>LPF1</a:t>
            </a:r>
            <a:r>
              <a:rPr lang="zh-TW" altLang="en-US" dirty="0"/>
              <a:t>後馬上輸出</a:t>
            </a:r>
            <a:r>
              <a:rPr lang="en-US" altLang="zh-TW" dirty="0"/>
              <a:t>(</a:t>
            </a:r>
            <a:r>
              <a:rPr lang="zh-TW" altLang="en-US" dirty="0"/>
              <a:t>最終</a:t>
            </a:r>
            <a:r>
              <a:rPr lang="en-US" altLang="zh-TW" dirty="0"/>
              <a:t>BW=ODR/2)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複合濾波器</a:t>
            </a:r>
            <a:r>
              <a:rPr lang="en-US" altLang="zh-TW" dirty="0"/>
              <a:t>:</a:t>
            </a:r>
            <a:r>
              <a:rPr lang="zh-TW" altLang="en-US" dirty="0"/>
              <a:t> 需在</a:t>
            </a:r>
            <a:r>
              <a:rPr lang="en-US" altLang="zh-TW" b="1" dirty="0"/>
              <a:t>CTRL8_XL</a:t>
            </a:r>
            <a:r>
              <a:rPr lang="zh-TW" altLang="en-US" b="1" dirty="0"/>
              <a:t>設定</a:t>
            </a:r>
            <a:r>
              <a:rPr lang="zh-TW" altLang="en-US" dirty="0"/>
              <a:t>， 最終頻寬由 </a:t>
            </a:r>
            <a:r>
              <a:rPr lang="en-US" altLang="zh-TW" dirty="0"/>
              <a:t>LPF2</a:t>
            </a:r>
            <a:r>
              <a:rPr lang="zh-TW" altLang="en-US"/>
              <a:t> 決定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92913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AB33B-E371-7CF1-F950-D9F51991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5A4789B-746A-1D03-4C67-95D6253B2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253" y="276932"/>
            <a:ext cx="6449778" cy="534760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DF727F3-A8F4-D531-CC12-8D3BDD47B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969" y="6038067"/>
            <a:ext cx="7421011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2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15AC7-2F94-3BE8-773D-95E9DEEFE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91DFF72-2970-351F-F18D-A602C2C24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461548"/>
            <a:ext cx="11393490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76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4324D-3325-3F00-0B43-F360212C8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876B5A7-E705-CB6B-9FDA-BC7706C1F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425" y="205481"/>
            <a:ext cx="9043946" cy="538031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7E7E300-B7CB-22BE-FBF8-472715C24715}"/>
              </a:ext>
            </a:extLst>
          </p:cNvPr>
          <p:cNvSpPr/>
          <p:nvPr/>
        </p:nvSpPr>
        <p:spPr>
          <a:xfrm>
            <a:off x="1401417" y="447261"/>
            <a:ext cx="9267158" cy="2981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8536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121</Words>
  <Application>Microsoft Office PowerPoint</Application>
  <PresentationFormat>寬螢幕</PresentationFormat>
  <Paragraphs>11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Shiau</dc:creator>
  <cp:lastModifiedBy>Adam Shiau</cp:lastModifiedBy>
  <cp:revision>15</cp:revision>
  <dcterms:created xsi:type="dcterms:W3CDTF">2026-03-03T14:49:25Z</dcterms:created>
  <dcterms:modified xsi:type="dcterms:W3CDTF">2026-03-04T07:40:30Z</dcterms:modified>
</cp:coreProperties>
</file>