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F2CE27E-2476-2434-B125-EB51D2170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79CFB32-93F2-BF58-D9E2-A382884F15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2E362FA-B9BA-8BBB-10F4-63DFE0C73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FAD5F5D-12D0-4EBC-B046-2F8131B14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7D4F36-2696-324F-FBD8-FA45F6E61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9004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C48683-6C04-EEFC-EA4C-E9C8BB8C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FD28DA5-6E5E-8E74-2679-16B0DF543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982E09C-14E8-ADFC-4B4E-3C9FBB94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658C661-B897-B360-6E88-826F87B47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9CC80E-9EBF-73CC-B2C7-89FC6C6C6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2973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5DCD10-B2B8-2AF0-AFF9-A62B80CE4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7525130-9586-DFB4-3F91-6930579B3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63A887-0AC7-77BF-98EA-DC0C19A3A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65279FA-A3E0-28EC-E3B5-811B77510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EE5CD7-EE94-7BEA-9E70-613DE19F0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1746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4E83E3-96FC-5C21-3399-B560F7E01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DE5F8BE-12DF-2C46-B959-4C76A780D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E4E6348-0C93-B826-9115-38CB684AFA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14991E-6B4C-5AAF-5107-2AC22C543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8B4337E-0164-2094-B395-9779C4BDF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4A01670-AE0E-52D3-125E-32061D831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7803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E2813AB-89A1-146B-D40A-501538853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ECA915E-7C4A-EE93-5CA1-D1640A54AD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C8708C7-0C45-230F-7193-E8D91F853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9CC9C28-0879-DD70-790B-F890F86575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B5112C3-DC09-11BC-78D4-84F8121835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20A8561-A33C-CDD1-3DE0-082C54997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1CE683E2-003A-21C6-2D1A-8F70201EE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F31952D5-5E77-B646-08BD-CD761BE68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7100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27FD952-F211-4404-EE9C-E6583F3C5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9FBDC002-DF8E-755C-68DB-4B1C1A0BF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9645A0F-D32D-A2F7-D948-0F22B8E20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43DF3DB-C90F-3F0C-C015-ACCF7ECE70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7985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EACD5D4-81FA-59F2-EAD8-E2B43B76E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C4945B4-F65F-BE58-1501-7773DED00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FF341F3-5C51-F3EB-52AE-DF66F300C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2588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7A11D5-1B53-D28D-B93F-92A3EE676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9697748-2156-0E60-5498-C5CB73BB9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680310B-184A-6232-784B-1A5F1D38A6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4127F89-5A83-0C22-2366-EFF1343C9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0A36E80-0001-B5BD-FE1C-70A93A302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C76F65C-DA6B-712D-375C-940928920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424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51C62B-B443-DDF7-A333-D50064045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08FA8CC-F744-9C7F-E3C4-BB4925A41E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6B1767B-6EC4-1B69-2AE6-66CC48AEC5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7C59EC9-5B46-CA9E-C234-A9CB49338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20618B1-F78E-6FF1-E1DE-53B28C7C5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FA20118-EBB8-F550-42E5-09D053C4D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917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48C28F1-222A-786D-CD69-09DC10829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38C957E-985A-A602-4C13-3E0A5F44E2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B62971-A68D-D971-E4CE-80B50EBD7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885D915-5DB6-27DE-B8F2-357C35B7B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0B73B7-DB1E-742E-3E36-32E7918A7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8617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4C15B68A-CB7F-C883-AEA9-1CCC01B6B1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E90C176-D368-678E-A39B-E2C8F0610A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43236F3-C662-43AC-7B4D-5892FE818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97717D1-2B7B-417E-0499-0F8A6D72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AAB3F30-CA50-7563-839C-69B32C357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7639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ABBCBED9-A7E2-C01F-1B39-84F72C170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273C1EA-0611-A004-E7FC-40BCAE8863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5F21332-4992-1030-BC5C-91FB21C9C9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8C4B2A-198F-4115-83E5-3B46A620A620}" type="datetimeFigureOut">
              <a:rPr lang="zh-TW" altLang="en-US" smtClean="0"/>
              <a:t>2026/4/29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93F6E51-F067-81C1-3FB8-558FA1EAFE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3B9CBCC-F42B-2B52-AD2F-C6C29CBB8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3324C5-B126-46F3-8A43-99E6B3987CE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5327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E60C38F7-0D2B-5893-A759-9E00B6263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963" y="-88822"/>
            <a:ext cx="6992326" cy="50775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6A5AE3E-4E07-4C70-03A3-D62F39AB69C4}"/>
              </a:ext>
            </a:extLst>
          </p:cNvPr>
          <p:cNvSpPr txBox="1"/>
          <p:nvPr/>
        </p:nvSpPr>
        <p:spPr>
          <a:xfrm>
            <a:off x="286327" y="267855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讓</a:t>
            </a:r>
            <a:r>
              <a:rPr lang="en-US" altLang="zh-TW" dirty="0"/>
              <a:t>CH2</a:t>
            </a:r>
            <a:r>
              <a:rPr lang="zh-TW" altLang="en-US" dirty="0"/>
              <a:t> </a:t>
            </a:r>
            <a:r>
              <a:rPr lang="en-US" altLang="zh-TW" dirty="0"/>
              <a:t>Nap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CB86DC9-6A4F-CBA6-2AE6-37730E553C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963" y="5302736"/>
            <a:ext cx="6525536" cy="129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7343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1274B-1431-FBBB-23D2-67AA7788A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E587A563-ECC2-CFC4-901F-F6C5E9E3C330}"/>
              </a:ext>
            </a:extLst>
          </p:cNvPr>
          <p:cNvSpPr txBox="1"/>
          <p:nvPr/>
        </p:nvSpPr>
        <p:spPr>
          <a:xfrm>
            <a:off x="286327" y="267855"/>
            <a:ext cx="1480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關掉</a:t>
            </a:r>
            <a:r>
              <a:rPr lang="en-US" altLang="zh-TW" dirty="0"/>
              <a:t>CLKOUT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A6846E3-74B9-CEC6-2019-D38B6BFD6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402" y="452521"/>
            <a:ext cx="6668431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5267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C11C6-D9D6-EDF1-2192-050C425A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19348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</Words>
  <Application>Microsoft Office PowerPoint</Application>
  <PresentationFormat>寬螢幕</PresentationFormat>
  <Paragraphs>2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Adam Shiau</dc:creator>
  <cp:lastModifiedBy>Adam Shiau</cp:lastModifiedBy>
  <cp:revision>4</cp:revision>
  <dcterms:created xsi:type="dcterms:W3CDTF">2026-04-29T00:51:05Z</dcterms:created>
  <dcterms:modified xsi:type="dcterms:W3CDTF">2026-04-29T00:53:02Z</dcterms:modified>
</cp:coreProperties>
</file>